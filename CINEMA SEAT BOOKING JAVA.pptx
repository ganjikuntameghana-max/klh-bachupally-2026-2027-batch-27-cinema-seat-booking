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63" r:id="rId4"/>
    <p:sldId id="264" r:id="rId5"/>
    <p:sldId id="265" r:id="rId6"/>
    <p:sldId id="266" r:id="rId7"/>
    <p:sldId id="261" r:id="rId8"/>
    <p:sldId id="258" r:id="rId9"/>
    <p:sldId id="259" r:id="rId10"/>
    <p:sldId id="260" r:id="rId11"/>
    <p:sldId id="269" r:id="rId12"/>
    <p:sldId id="270" r:id="rId13"/>
    <p:sldId id="271" r:id="rId14"/>
    <p:sldId id="262" r:id="rId15"/>
    <p:sldId id="272" r:id="rId16"/>
    <p:sldId id="268" r:id="rId17"/>
    <p:sldId id="267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7" d="100"/>
          <a:sy n="77" d="100"/>
        </p:scale>
        <p:origin x="869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natehniyath.2204@outlook.com" userId="cfafd792cb56b2c4" providerId="LiveId" clId="{DF7B539C-18AC-4D4C-85F4-4F6DE708D818}"/>
    <pc:docChg chg="custSel addSld modSld sldOrd">
      <pc:chgData name="sanatehniyath.2204@outlook.com" userId="cfafd792cb56b2c4" providerId="LiveId" clId="{DF7B539C-18AC-4D4C-85F4-4F6DE708D818}" dt="2026-10-16T06:12:18.380" v="158" actId="20577"/>
      <pc:docMkLst>
        <pc:docMk/>
      </pc:docMkLst>
      <pc:sldChg chg="modSp mod">
        <pc:chgData name="sanatehniyath.2204@outlook.com" userId="cfafd792cb56b2c4" providerId="LiveId" clId="{DF7B539C-18AC-4D4C-85F4-4F6DE708D818}" dt="2026-10-13T04:03:18.428" v="81" actId="6549"/>
        <pc:sldMkLst>
          <pc:docMk/>
          <pc:sldMk cId="1570750093" sldId="256"/>
        </pc:sldMkLst>
        <pc:spChg chg="mod">
          <ac:chgData name="sanatehniyath.2204@outlook.com" userId="cfafd792cb56b2c4" providerId="LiveId" clId="{DF7B539C-18AC-4D4C-85F4-4F6DE708D818}" dt="2026-09-22T05:18:38.273" v="80" actId="20577"/>
          <ac:spMkLst>
            <pc:docMk/>
            <pc:sldMk cId="1570750093" sldId="256"/>
            <ac:spMk id="5" creationId="{00000000-0000-0000-0000-000000000000}"/>
          </ac:spMkLst>
        </pc:spChg>
        <pc:spChg chg="mod">
          <ac:chgData name="sanatehniyath.2204@outlook.com" userId="cfafd792cb56b2c4" providerId="LiveId" clId="{DF7B539C-18AC-4D4C-85F4-4F6DE708D818}" dt="2026-10-13T04:03:18.428" v="81" actId="6549"/>
          <ac:spMkLst>
            <pc:docMk/>
            <pc:sldMk cId="1570750093" sldId="256"/>
            <ac:spMk id="6" creationId="{00000000-0000-0000-0000-000000000000}"/>
          </ac:spMkLst>
        </pc:spChg>
      </pc:sldChg>
      <pc:sldChg chg="ord">
        <pc:chgData name="sanatehniyath.2204@outlook.com" userId="cfafd792cb56b2c4" providerId="LiveId" clId="{DF7B539C-18AC-4D4C-85F4-4F6DE708D818}" dt="2026-09-22T05:05:00.059" v="70"/>
        <pc:sldMkLst>
          <pc:docMk/>
          <pc:sldMk cId="676338040" sldId="257"/>
        </pc:sldMkLst>
      </pc:sldChg>
      <pc:sldChg chg="modSp mod">
        <pc:chgData name="sanatehniyath.2204@outlook.com" userId="cfafd792cb56b2c4" providerId="LiveId" clId="{DF7B539C-18AC-4D4C-85F4-4F6DE708D818}" dt="2026-09-22T04:57:43.246" v="53" actId="27636"/>
        <pc:sldMkLst>
          <pc:docMk/>
          <pc:sldMk cId="4104242747" sldId="258"/>
        </pc:sldMkLst>
        <pc:spChg chg="mod">
          <ac:chgData name="sanatehniyath.2204@outlook.com" userId="cfafd792cb56b2c4" providerId="LiveId" clId="{DF7B539C-18AC-4D4C-85F4-4F6DE708D818}" dt="2026-09-22T04:57:43.239" v="50" actId="27636"/>
          <ac:spMkLst>
            <pc:docMk/>
            <pc:sldMk cId="4104242747" sldId="258"/>
            <ac:spMk id="9" creationId="{00000000-0000-0000-0000-000000000000}"/>
          </ac:spMkLst>
        </pc:spChg>
        <pc:spChg chg="mod">
          <ac:chgData name="sanatehniyath.2204@outlook.com" userId="cfafd792cb56b2c4" providerId="LiveId" clId="{DF7B539C-18AC-4D4C-85F4-4F6DE708D818}" dt="2026-09-22T04:57:43.242" v="51" actId="27636"/>
          <ac:spMkLst>
            <pc:docMk/>
            <pc:sldMk cId="4104242747" sldId="258"/>
            <ac:spMk id="14" creationId="{00000000-0000-0000-0000-000000000000}"/>
          </ac:spMkLst>
        </pc:spChg>
        <pc:spChg chg="mod">
          <ac:chgData name="sanatehniyath.2204@outlook.com" userId="cfafd792cb56b2c4" providerId="LiveId" clId="{DF7B539C-18AC-4D4C-85F4-4F6DE708D818}" dt="2026-09-22T04:57:43.246" v="53" actId="27636"/>
          <ac:spMkLst>
            <pc:docMk/>
            <pc:sldMk cId="4104242747" sldId="258"/>
            <ac:spMk id="19" creationId="{00000000-0000-0000-0000-000000000000}"/>
          </ac:spMkLst>
        </pc:spChg>
        <pc:spChg chg="mod">
          <ac:chgData name="sanatehniyath.2204@outlook.com" userId="cfafd792cb56b2c4" providerId="LiveId" clId="{DF7B539C-18AC-4D4C-85F4-4F6DE708D818}" dt="2026-09-22T04:57:43.236" v="49" actId="27636"/>
          <ac:spMkLst>
            <pc:docMk/>
            <pc:sldMk cId="4104242747" sldId="258"/>
            <ac:spMk id="29" creationId="{00000000-0000-0000-0000-000000000000}"/>
          </ac:spMkLst>
        </pc:spChg>
        <pc:spChg chg="mod">
          <ac:chgData name="sanatehniyath.2204@outlook.com" userId="cfafd792cb56b2c4" providerId="LiveId" clId="{DF7B539C-18AC-4D4C-85F4-4F6DE708D818}" dt="2026-09-22T04:57:43.244" v="52" actId="27636"/>
          <ac:spMkLst>
            <pc:docMk/>
            <pc:sldMk cId="4104242747" sldId="258"/>
            <ac:spMk id="34" creationId="{00000000-0000-0000-0000-000000000000}"/>
          </ac:spMkLst>
        </pc:spChg>
      </pc:sldChg>
      <pc:sldChg chg="modSp mod">
        <pc:chgData name="sanatehniyath.2204@outlook.com" userId="cfafd792cb56b2c4" providerId="LiveId" clId="{DF7B539C-18AC-4D4C-85F4-4F6DE708D818}" dt="2026-09-22T04:57:43.255" v="55" actId="27636"/>
        <pc:sldMkLst>
          <pc:docMk/>
          <pc:sldMk cId="4178111765" sldId="259"/>
        </pc:sldMkLst>
        <pc:spChg chg="mod">
          <ac:chgData name="sanatehniyath.2204@outlook.com" userId="cfafd792cb56b2c4" providerId="LiveId" clId="{DF7B539C-18AC-4D4C-85F4-4F6DE708D818}" dt="2026-09-22T04:57:43.253" v="54" actId="27636"/>
          <ac:spMkLst>
            <pc:docMk/>
            <pc:sldMk cId="4178111765" sldId="259"/>
            <ac:spMk id="9" creationId="{00000000-0000-0000-0000-000000000000}"/>
          </ac:spMkLst>
        </pc:spChg>
        <pc:spChg chg="mod">
          <ac:chgData name="sanatehniyath.2204@outlook.com" userId="cfafd792cb56b2c4" providerId="LiveId" clId="{DF7B539C-18AC-4D4C-85F4-4F6DE708D818}" dt="2026-09-22T04:57:43.255" v="55" actId="27636"/>
          <ac:spMkLst>
            <pc:docMk/>
            <pc:sldMk cId="4178111765" sldId="259"/>
            <ac:spMk id="34" creationId="{00000000-0000-0000-0000-000000000000}"/>
          </ac:spMkLst>
        </pc:spChg>
      </pc:sldChg>
      <pc:sldChg chg="modSp mod">
        <pc:chgData name="sanatehniyath.2204@outlook.com" userId="cfafd792cb56b2c4" providerId="LiveId" clId="{DF7B539C-18AC-4D4C-85F4-4F6DE708D818}" dt="2026-09-22T04:57:43.264" v="57" actId="27636"/>
        <pc:sldMkLst>
          <pc:docMk/>
          <pc:sldMk cId="1869875426" sldId="260"/>
        </pc:sldMkLst>
        <pc:spChg chg="mod">
          <ac:chgData name="sanatehniyath.2204@outlook.com" userId="cfafd792cb56b2c4" providerId="LiveId" clId="{DF7B539C-18AC-4D4C-85F4-4F6DE708D818}" dt="2026-09-22T04:57:43.264" v="57" actId="27636"/>
          <ac:spMkLst>
            <pc:docMk/>
            <pc:sldMk cId="1869875426" sldId="260"/>
            <ac:spMk id="24" creationId="{00000000-0000-0000-0000-000000000000}"/>
          </ac:spMkLst>
        </pc:spChg>
        <pc:spChg chg="mod">
          <ac:chgData name="sanatehniyath.2204@outlook.com" userId="cfafd792cb56b2c4" providerId="LiveId" clId="{DF7B539C-18AC-4D4C-85F4-4F6DE708D818}" dt="2026-09-22T04:57:43.262" v="56" actId="27636"/>
          <ac:spMkLst>
            <pc:docMk/>
            <pc:sldMk cId="1869875426" sldId="260"/>
            <ac:spMk id="34" creationId="{00000000-0000-0000-0000-000000000000}"/>
          </ac:spMkLst>
        </pc:spChg>
      </pc:sldChg>
      <pc:sldChg chg="modSp mod">
        <pc:chgData name="sanatehniyath.2204@outlook.com" userId="cfafd792cb56b2c4" providerId="LiveId" clId="{DF7B539C-18AC-4D4C-85F4-4F6DE708D818}" dt="2026-09-22T04:57:43.229" v="48" actId="27636"/>
        <pc:sldMkLst>
          <pc:docMk/>
          <pc:sldMk cId="3980090555" sldId="261"/>
        </pc:sldMkLst>
        <pc:spChg chg="mod">
          <ac:chgData name="sanatehniyath.2204@outlook.com" userId="cfafd792cb56b2c4" providerId="LiveId" clId="{DF7B539C-18AC-4D4C-85F4-4F6DE708D818}" dt="2026-09-22T04:57:43.228" v="47" actId="27636"/>
          <ac:spMkLst>
            <pc:docMk/>
            <pc:sldMk cId="3980090555" sldId="261"/>
            <ac:spMk id="6" creationId="{00000000-0000-0000-0000-000000000000}"/>
          </ac:spMkLst>
        </pc:spChg>
        <pc:spChg chg="mod">
          <ac:chgData name="sanatehniyath.2204@outlook.com" userId="cfafd792cb56b2c4" providerId="LiveId" clId="{DF7B539C-18AC-4D4C-85F4-4F6DE708D818}" dt="2026-09-22T04:57:43.226" v="46" actId="27636"/>
          <ac:spMkLst>
            <pc:docMk/>
            <pc:sldMk cId="3980090555" sldId="261"/>
            <ac:spMk id="8" creationId="{00000000-0000-0000-0000-000000000000}"/>
          </ac:spMkLst>
        </pc:spChg>
        <pc:spChg chg="mod">
          <ac:chgData name="sanatehniyath.2204@outlook.com" userId="cfafd792cb56b2c4" providerId="LiveId" clId="{DF7B539C-18AC-4D4C-85F4-4F6DE708D818}" dt="2026-09-22T04:57:43.229" v="48" actId="27636"/>
          <ac:spMkLst>
            <pc:docMk/>
            <pc:sldMk cId="3980090555" sldId="261"/>
            <ac:spMk id="10" creationId="{00000000-0000-0000-0000-000000000000}"/>
          </ac:spMkLst>
        </pc:spChg>
      </pc:sldChg>
      <pc:sldChg chg="delSp modSp mod">
        <pc:chgData name="sanatehniyath.2204@outlook.com" userId="cfafd792cb56b2c4" providerId="LiveId" clId="{DF7B539C-18AC-4D4C-85F4-4F6DE708D818}" dt="2026-10-13T04:06:31.520" v="118" actId="478"/>
        <pc:sldMkLst>
          <pc:docMk/>
          <pc:sldMk cId="1396777043" sldId="262"/>
        </pc:sldMkLst>
        <pc:spChg chg="mod">
          <ac:chgData name="sanatehniyath.2204@outlook.com" userId="cfafd792cb56b2c4" providerId="LiveId" clId="{DF7B539C-18AC-4D4C-85F4-4F6DE708D818}" dt="2026-10-13T04:06:28.273" v="117" actId="20577"/>
          <ac:spMkLst>
            <pc:docMk/>
            <pc:sldMk cId="1396777043" sldId="262"/>
            <ac:spMk id="4" creationId="{00000000-0000-0000-0000-000000000000}"/>
          </ac:spMkLst>
        </pc:spChg>
      </pc:sldChg>
      <pc:sldChg chg="modSp mod">
        <pc:chgData name="sanatehniyath.2204@outlook.com" userId="cfafd792cb56b2c4" providerId="LiveId" clId="{DF7B539C-18AC-4D4C-85F4-4F6DE708D818}" dt="2026-09-22T04:57:43.198" v="41" actId="27636"/>
        <pc:sldMkLst>
          <pc:docMk/>
          <pc:sldMk cId="1346536314" sldId="263"/>
        </pc:sldMkLst>
        <pc:spChg chg="mod">
          <ac:chgData name="sanatehniyath.2204@outlook.com" userId="cfafd792cb56b2c4" providerId="LiveId" clId="{DF7B539C-18AC-4D4C-85F4-4F6DE708D818}" dt="2026-09-22T04:57:43.198" v="41" actId="27636"/>
          <ac:spMkLst>
            <pc:docMk/>
            <pc:sldMk cId="1346536314" sldId="263"/>
            <ac:spMk id="9" creationId="{00000000-0000-0000-0000-000000000000}"/>
          </ac:spMkLst>
        </pc:spChg>
      </pc:sldChg>
      <pc:sldChg chg="modSp mod">
        <pc:chgData name="sanatehniyath.2204@outlook.com" userId="cfafd792cb56b2c4" providerId="LiveId" clId="{DF7B539C-18AC-4D4C-85F4-4F6DE708D818}" dt="2026-09-22T04:57:43.219" v="45" actId="27636"/>
        <pc:sldMkLst>
          <pc:docMk/>
          <pc:sldMk cId="1576833433" sldId="265"/>
        </pc:sldMkLst>
        <pc:spChg chg="mod">
          <ac:chgData name="sanatehniyath.2204@outlook.com" userId="cfafd792cb56b2c4" providerId="LiveId" clId="{DF7B539C-18AC-4D4C-85F4-4F6DE708D818}" dt="2026-09-22T04:57:43.211" v="43" actId="27636"/>
          <ac:spMkLst>
            <pc:docMk/>
            <pc:sldMk cId="1576833433" sldId="265"/>
            <ac:spMk id="14" creationId="{00000000-0000-0000-0000-000000000000}"/>
          </ac:spMkLst>
        </pc:spChg>
        <pc:spChg chg="mod">
          <ac:chgData name="sanatehniyath.2204@outlook.com" userId="cfafd792cb56b2c4" providerId="LiveId" clId="{DF7B539C-18AC-4D4C-85F4-4F6DE708D818}" dt="2026-09-22T04:57:43.213" v="44" actId="27636"/>
          <ac:spMkLst>
            <pc:docMk/>
            <pc:sldMk cId="1576833433" sldId="265"/>
            <ac:spMk id="19" creationId="{00000000-0000-0000-0000-000000000000}"/>
          </ac:spMkLst>
        </pc:spChg>
        <pc:spChg chg="mod">
          <ac:chgData name="sanatehniyath.2204@outlook.com" userId="cfafd792cb56b2c4" providerId="LiveId" clId="{DF7B539C-18AC-4D4C-85F4-4F6DE708D818}" dt="2026-09-22T04:57:43.209" v="42" actId="27636"/>
          <ac:spMkLst>
            <pc:docMk/>
            <pc:sldMk cId="1576833433" sldId="265"/>
            <ac:spMk id="29" creationId="{00000000-0000-0000-0000-000000000000}"/>
          </ac:spMkLst>
        </pc:spChg>
        <pc:spChg chg="mod">
          <ac:chgData name="sanatehniyath.2204@outlook.com" userId="cfafd792cb56b2c4" providerId="LiveId" clId="{DF7B539C-18AC-4D4C-85F4-4F6DE708D818}" dt="2026-09-22T04:57:43.219" v="45" actId="27636"/>
          <ac:spMkLst>
            <pc:docMk/>
            <pc:sldMk cId="1576833433" sldId="265"/>
            <ac:spMk id="34" creationId="{00000000-0000-0000-0000-000000000000}"/>
          </ac:spMkLst>
        </pc:spChg>
      </pc:sldChg>
      <pc:sldChg chg="addSp modSp new mod ord">
        <pc:chgData name="sanatehniyath.2204@outlook.com" userId="cfafd792cb56b2c4" providerId="LiveId" clId="{DF7B539C-18AC-4D4C-85F4-4F6DE708D818}" dt="2026-10-16T05:50:20.873" v="127" actId="1076"/>
        <pc:sldMkLst>
          <pc:docMk/>
          <pc:sldMk cId="1070374765" sldId="268"/>
        </pc:sldMkLst>
        <pc:spChg chg="mod">
          <ac:chgData name="sanatehniyath.2204@outlook.com" userId="cfafd792cb56b2c4" providerId="LiveId" clId="{DF7B539C-18AC-4D4C-85F4-4F6DE708D818}" dt="2026-09-22T04:56:53.795" v="32" actId="20577"/>
          <ac:spMkLst>
            <pc:docMk/>
            <pc:sldMk cId="1070374765" sldId="268"/>
            <ac:spMk id="2" creationId="{DC00CDE4-E128-E1A6-1F8D-5C3A3C614388}"/>
          </ac:spMkLst>
        </pc:spChg>
        <pc:spChg chg="mod">
          <ac:chgData name="sanatehniyath.2204@outlook.com" userId="cfafd792cb56b2c4" providerId="LiveId" clId="{DF7B539C-18AC-4D4C-85F4-4F6DE708D818}" dt="2026-10-16T05:50:17.371" v="126" actId="14100"/>
          <ac:spMkLst>
            <pc:docMk/>
            <pc:sldMk cId="1070374765" sldId="268"/>
            <ac:spMk id="3" creationId="{85ABA9AB-C9A1-A61E-6EE3-52C3A6859200}"/>
          </ac:spMkLst>
        </pc:spChg>
        <pc:picChg chg="add mod">
          <ac:chgData name="sanatehniyath.2204@outlook.com" userId="cfafd792cb56b2c4" providerId="LiveId" clId="{DF7B539C-18AC-4D4C-85F4-4F6DE708D818}" dt="2026-10-16T05:50:20.873" v="127" actId="1076"/>
          <ac:picMkLst>
            <pc:docMk/>
            <pc:sldMk cId="1070374765" sldId="268"/>
            <ac:picMk id="7" creationId="{9866CF75-4BDD-5893-84D7-EC05076A41B5}"/>
          </ac:picMkLst>
        </pc:picChg>
      </pc:sldChg>
      <pc:sldChg chg="delSp modSp mod">
        <pc:chgData name="sanatehniyath.2204@outlook.com" userId="cfafd792cb56b2c4" providerId="LiveId" clId="{DF7B539C-18AC-4D4C-85F4-4F6DE708D818}" dt="2026-10-13T04:04:37.624" v="93" actId="1076"/>
        <pc:sldMkLst>
          <pc:docMk/>
          <pc:sldMk cId="0" sldId="269"/>
        </pc:sldMkLst>
        <pc:spChg chg="mod">
          <ac:chgData name="sanatehniyath.2204@outlook.com" userId="cfafd792cb56b2c4" providerId="LiveId" clId="{DF7B539C-18AC-4D4C-85F4-4F6DE708D818}" dt="2026-10-13T04:04:37.624" v="93" actId="1076"/>
          <ac:spMkLst>
            <pc:docMk/>
            <pc:sldMk cId="0" sldId="269"/>
            <ac:spMk id="2" creationId="{00000000-0000-0000-0000-000000000000}"/>
          </ac:spMkLst>
        </pc:spChg>
        <pc:spChg chg="mod">
          <ac:chgData name="sanatehniyath.2204@outlook.com" userId="cfafd792cb56b2c4" providerId="LiveId" clId="{DF7B539C-18AC-4D4C-85F4-4F6DE708D818}" dt="2026-10-13T04:04:32.380" v="92" actId="1076"/>
          <ac:spMkLst>
            <pc:docMk/>
            <pc:sldMk cId="0" sldId="269"/>
            <ac:spMk id="4" creationId="{00000000-0000-0000-0000-000000000000}"/>
          </ac:spMkLst>
        </pc:spChg>
        <pc:spChg chg="mod">
          <ac:chgData name="sanatehniyath.2204@outlook.com" userId="cfafd792cb56b2c4" providerId="LiveId" clId="{DF7B539C-18AC-4D4C-85F4-4F6DE708D818}" dt="2026-10-13T04:04:15.427" v="89" actId="1076"/>
          <ac:spMkLst>
            <pc:docMk/>
            <pc:sldMk cId="0" sldId="269"/>
            <ac:spMk id="5" creationId="{00000000-0000-0000-0000-000000000000}"/>
          </ac:spMkLst>
        </pc:spChg>
        <pc:spChg chg="mod">
          <ac:chgData name="sanatehniyath.2204@outlook.com" userId="cfafd792cb56b2c4" providerId="LiveId" clId="{DF7B539C-18AC-4D4C-85F4-4F6DE708D818}" dt="2026-10-13T04:04:26.034" v="91" actId="1076"/>
          <ac:spMkLst>
            <pc:docMk/>
            <pc:sldMk cId="0" sldId="269"/>
            <ac:spMk id="6" creationId="{00000000-0000-0000-0000-000000000000}"/>
          </ac:spMkLst>
        </pc:spChg>
        <pc:spChg chg="mod">
          <ac:chgData name="sanatehniyath.2204@outlook.com" userId="cfafd792cb56b2c4" providerId="LiveId" clId="{DF7B539C-18AC-4D4C-85F4-4F6DE708D818}" dt="2026-10-13T04:04:10.742" v="88" actId="1076"/>
          <ac:spMkLst>
            <pc:docMk/>
            <pc:sldMk cId="0" sldId="269"/>
            <ac:spMk id="7" creationId="{00000000-0000-0000-0000-000000000000}"/>
          </ac:spMkLst>
        </pc:spChg>
        <pc:spChg chg="mod">
          <ac:chgData name="sanatehniyath.2204@outlook.com" userId="cfafd792cb56b2c4" providerId="LiveId" clId="{DF7B539C-18AC-4D4C-85F4-4F6DE708D818}" dt="2026-10-13T04:04:20.468" v="90" actId="1076"/>
          <ac:spMkLst>
            <pc:docMk/>
            <pc:sldMk cId="0" sldId="269"/>
            <ac:spMk id="8" creationId="{00000000-0000-0000-0000-000000000000}"/>
          </ac:spMkLst>
        </pc:spChg>
        <pc:spChg chg="mod">
          <ac:chgData name="sanatehniyath.2204@outlook.com" userId="cfafd792cb56b2c4" providerId="LiveId" clId="{DF7B539C-18AC-4D4C-85F4-4F6DE708D818}" dt="2026-10-13T04:04:06.128" v="87" actId="1076"/>
          <ac:spMkLst>
            <pc:docMk/>
            <pc:sldMk cId="0" sldId="269"/>
            <ac:spMk id="9" creationId="{00000000-0000-0000-0000-000000000000}"/>
          </ac:spMkLst>
        </pc:spChg>
      </pc:sldChg>
      <pc:sldChg chg="delSp modSp mod">
        <pc:chgData name="sanatehniyath.2204@outlook.com" userId="cfafd792cb56b2c4" providerId="LiveId" clId="{DF7B539C-18AC-4D4C-85F4-4F6DE708D818}" dt="2026-10-13T04:05:27.644" v="101" actId="1076"/>
        <pc:sldMkLst>
          <pc:docMk/>
          <pc:sldMk cId="0" sldId="270"/>
        </pc:sldMkLst>
        <pc:spChg chg="mod">
          <ac:chgData name="sanatehniyath.2204@outlook.com" userId="cfafd792cb56b2c4" providerId="LiveId" clId="{DF7B539C-18AC-4D4C-85F4-4F6DE708D818}" dt="2026-10-13T04:05:27.644" v="101" actId="1076"/>
          <ac:spMkLst>
            <pc:docMk/>
            <pc:sldMk cId="0" sldId="270"/>
            <ac:spMk id="2" creationId="{00000000-0000-0000-0000-000000000000}"/>
          </ac:spMkLst>
        </pc:spChg>
        <pc:spChg chg="mod">
          <ac:chgData name="sanatehniyath.2204@outlook.com" userId="cfafd792cb56b2c4" providerId="LiveId" clId="{DF7B539C-18AC-4D4C-85F4-4F6DE708D818}" dt="2026-10-13T04:05:23.847" v="100" actId="1076"/>
          <ac:spMkLst>
            <pc:docMk/>
            <pc:sldMk cId="0" sldId="270"/>
            <ac:spMk id="4" creationId="{00000000-0000-0000-0000-000000000000}"/>
          </ac:spMkLst>
        </pc:spChg>
        <pc:spChg chg="mod">
          <ac:chgData name="sanatehniyath.2204@outlook.com" userId="cfafd792cb56b2c4" providerId="LiveId" clId="{DF7B539C-18AC-4D4C-85F4-4F6DE708D818}" dt="2026-10-13T04:05:12.921" v="97" actId="1076"/>
          <ac:spMkLst>
            <pc:docMk/>
            <pc:sldMk cId="0" sldId="270"/>
            <ac:spMk id="5" creationId="{00000000-0000-0000-0000-000000000000}"/>
          </ac:spMkLst>
        </pc:spChg>
        <pc:spChg chg="mod">
          <ac:chgData name="sanatehniyath.2204@outlook.com" userId="cfafd792cb56b2c4" providerId="LiveId" clId="{DF7B539C-18AC-4D4C-85F4-4F6DE708D818}" dt="2026-10-13T04:05:20.876" v="99" actId="1076"/>
          <ac:spMkLst>
            <pc:docMk/>
            <pc:sldMk cId="0" sldId="270"/>
            <ac:spMk id="6" creationId="{00000000-0000-0000-0000-000000000000}"/>
          </ac:spMkLst>
        </pc:spChg>
        <pc:spChg chg="mod">
          <ac:chgData name="sanatehniyath.2204@outlook.com" userId="cfafd792cb56b2c4" providerId="LiveId" clId="{DF7B539C-18AC-4D4C-85F4-4F6DE708D818}" dt="2026-10-13T04:05:08.322" v="96" actId="1076"/>
          <ac:spMkLst>
            <pc:docMk/>
            <pc:sldMk cId="0" sldId="270"/>
            <ac:spMk id="7" creationId="{00000000-0000-0000-0000-000000000000}"/>
          </ac:spMkLst>
        </pc:spChg>
        <pc:spChg chg="mod">
          <ac:chgData name="sanatehniyath.2204@outlook.com" userId="cfafd792cb56b2c4" providerId="LiveId" clId="{DF7B539C-18AC-4D4C-85F4-4F6DE708D818}" dt="2026-10-13T04:05:16.801" v="98" actId="1076"/>
          <ac:spMkLst>
            <pc:docMk/>
            <pc:sldMk cId="0" sldId="270"/>
            <ac:spMk id="8" creationId="{00000000-0000-0000-0000-000000000000}"/>
          </ac:spMkLst>
        </pc:spChg>
        <pc:spChg chg="mod">
          <ac:chgData name="sanatehniyath.2204@outlook.com" userId="cfafd792cb56b2c4" providerId="LiveId" clId="{DF7B539C-18AC-4D4C-85F4-4F6DE708D818}" dt="2026-10-13T04:04:53.148" v="95" actId="1076"/>
          <ac:spMkLst>
            <pc:docMk/>
            <pc:sldMk cId="0" sldId="270"/>
            <ac:spMk id="9" creationId="{00000000-0000-0000-0000-000000000000}"/>
          </ac:spMkLst>
        </pc:spChg>
      </pc:sldChg>
      <pc:sldChg chg="delSp modSp mod">
        <pc:chgData name="sanatehniyath.2204@outlook.com" userId="cfafd792cb56b2c4" providerId="LiveId" clId="{DF7B539C-18AC-4D4C-85F4-4F6DE708D818}" dt="2026-10-13T04:06:16.681" v="114" actId="1076"/>
        <pc:sldMkLst>
          <pc:docMk/>
          <pc:sldMk cId="0" sldId="271"/>
        </pc:sldMkLst>
        <pc:spChg chg="mod">
          <ac:chgData name="sanatehniyath.2204@outlook.com" userId="cfafd792cb56b2c4" providerId="LiveId" clId="{DF7B539C-18AC-4D4C-85F4-4F6DE708D818}" dt="2026-10-13T04:06:16.681" v="114" actId="1076"/>
          <ac:spMkLst>
            <pc:docMk/>
            <pc:sldMk cId="0" sldId="271"/>
            <ac:spMk id="2" creationId="{00000000-0000-0000-0000-000000000000}"/>
          </ac:spMkLst>
        </pc:spChg>
        <pc:spChg chg="mod">
          <ac:chgData name="sanatehniyath.2204@outlook.com" userId="cfafd792cb56b2c4" providerId="LiveId" clId="{DF7B539C-18AC-4D4C-85F4-4F6DE708D818}" dt="2026-10-13T04:06:09.375" v="112" actId="1076"/>
          <ac:spMkLst>
            <pc:docMk/>
            <pc:sldMk cId="0" sldId="271"/>
            <ac:spMk id="4" creationId="{00000000-0000-0000-0000-000000000000}"/>
          </ac:spMkLst>
        </pc:spChg>
        <pc:spChg chg="mod">
          <ac:chgData name="sanatehniyath.2204@outlook.com" userId="cfafd792cb56b2c4" providerId="LiveId" clId="{DF7B539C-18AC-4D4C-85F4-4F6DE708D818}" dt="2026-10-13T04:06:12.892" v="113" actId="1076"/>
          <ac:spMkLst>
            <pc:docMk/>
            <pc:sldMk cId="0" sldId="271"/>
            <ac:spMk id="5" creationId="{00000000-0000-0000-0000-000000000000}"/>
          </ac:spMkLst>
        </pc:spChg>
        <pc:spChg chg="mod">
          <ac:chgData name="sanatehniyath.2204@outlook.com" userId="cfafd792cb56b2c4" providerId="LiveId" clId="{DF7B539C-18AC-4D4C-85F4-4F6DE708D818}" dt="2026-10-13T04:06:05.950" v="111" actId="1076"/>
          <ac:spMkLst>
            <pc:docMk/>
            <pc:sldMk cId="0" sldId="271"/>
            <ac:spMk id="6" creationId="{00000000-0000-0000-0000-000000000000}"/>
          </ac:spMkLst>
        </pc:spChg>
        <pc:spChg chg="mod">
          <ac:chgData name="sanatehniyath.2204@outlook.com" userId="cfafd792cb56b2c4" providerId="LiveId" clId="{DF7B539C-18AC-4D4C-85F4-4F6DE708D818}" dt="2026-10-13T04:05:59.305" v="110" actId="1076"/>
          <ac:spMkLst>
            <pc:docMk/>
            <pc:sldMk cId="0" sldId="271"/>
            <ac:spMk id="7" creationId="{00000000-0000-0000-0000-000000000000}"/>
          </ac:spMkLst>
        </pc:spChg>
        <pc:spChg chg="mod">
          <ac:chgData name="sanatehniyath.2204@outlook.com" userId="cfafd792cb56b2c4" providerId="LiveId" clId="{DF7B539C-18AC-4D4C-85F4-4F6DE708D818}" dt="2026-10-13T04:05:50.281" v="106" actId="1076"/>
          <ac:spMkLst>
            <pc:docMk/>
            <pc:sldMk cId="0" sldId="271"/>
            <ac:spMk id="8" creationId="{00000000-0000-0000-0000-000000000000}"/>
          </ac:spMkLst>
        </pc:spChg>
        <pc:spChg chg="mod">
          <ac:chgData name="sanatehniyath.2204@outlook.com" userId="cfafd792cb56b2c4" providerId="LiveId" clId="{DF7B539C-18AC-4D4C-85F4-4F6DE708D818}" dt="2026-10-13T04:05:40.408" v="103" actId="1076"/>
          <ac:spMkLst>
            <pc:docMk/>
            <pc:sldMk cId="0" sldId="271"/>
            <ac:spMk id="9" creationId="{00000000-0000-0000-0000-000000000000}"/>
          </ac:spMkLst>
        </pc:spChg>
      </pc:sldChg>
      <pc:sldChg chg="addSp delSp modSp new mod">
        <pc:chgData name="sanatehniyath.2204@outlook.com" userId="cfafd792cb56b2c4" providerId="LiveId" clId="{DF7B539C-18AC-4D4C-85F4-4F6DE708D818}" dt="2026-10-16T06:12:18.380" v="158" actId="20577"/>
        <pc:sldMkLst>
          <pc:docMk/>
          <pc:sldMk cId="2249734391" sldId="272"/>
        </pc:sldMkLst>
        <pc:spChg chg="mod">
          <ac:chgData name="sanatehniyath.2204@outlook.com" userId="cfafd792cb56b2c4" providerId="LiveId" clId="{DF7B539C-18AC-4D4C-85F4-4F6DE708D818}" dt="2026-10-16T05:50:44.120" v="145" actId="20577"/>
          <ac:spMkLst>
            <pc:docMk/>
            <pc:sldMk cId="2249734391" sldId="272"/>
            <ac:spMk id="2" creationId="{E2389BDB-9AE8-BE00-2962-AC0E870000F1}"/>
          </ac:spMkLst>
        </pc:spChg>
        <pc:spChg chg="del">
          <ac:chgData name="sanatehniyath.2204@outlook.com" userId="cfafd792cb56b2c4" providerId="LiveId" clId="{DF7B539C-18AC-4D4C-85F4-4F6DE708D818}" dt="2026-10-16T05:52:11.261" v="146" actId="22"/>
          <ac:spMkLst>
            <pc:docMk/>
            <pc:sldMk cId="2249734391" sldId="272"/>
            <ac:spMk id="3" creationId="{23B2BF95-8DF9-EB32-C484-90476E0DCE4B}"/>
          </ac:spMkLst>
        </pc:spChg>
        <pc:spChg chg="add mod">
          <ac:chgData name="sanatehniyath.2204@outlook.com" userId="cfafd792cb56b2c4" providerId="LiveId" clId="{DF7B539C-18AC-4D4C-85F4-4F6DE708D818}" dt="2026-10-16T06:12:18.380" v="158" actId="20577"/>
          <ac:spMkLst>
            <pc:docMk/>
            <pc:sldMk cId="2249734391" sldId="272"/>
            <ac:spMk id="9" creationId="{D1E4D0BE-7282-102D-5393-8E400EDFCFCA}"/>
          </ac:spMkLst>
        </pc:spChg>
        <pc:picChg chg="add mod">
          <ac:chgData name="sanatehniyath.2204@outlook.com" userId="cfafd792cb56b2c4" providerId="LiveId" clId="{DF7B539C-18AC-4D4C-85F4-4F6DE708D818}" dt="2026-10-16T06:12:09.021" v="152" actId="1076"/>
          <ac:picMkLst>
            <pc:docMk/>
            <pc:sldMk cId="2249734391" sldId="272"/>
            <ac:picMk id="6" creationId="{19191D30-A74C-4282-EF09-75BCC9D6EBB7}"/>
          </ac:picMkLst>
        </pc:picChg>
        <pc:picChg chg="add del mod ord">
          <ac:chgData name="sanatehniyath.2204@outlook.com" userId="cfafd792cb56b2c4" providerId="LiveId" clId="{DF7B539C-18AC-4D4C-85F4-4F6DE708D818}" dt="2026-10-16T05:52:21.954" v="149" actId="478"/>
          <ac:picMkLst>
            <pc:docMk/>
            <pc:sldMk cId="2249734391" sldId="272"/>
            <ac:picMk id="7" creationId="{DABE3A9A-6B83-ABCF-FFEA-115181EC1910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727AFC0-00B8-4117-895C-3E834B171036}" type="datetimeFigureOut">
              <a:rPr lang="en-IN" smtClean="0"/>
              <a:t>16-10-2026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53476CA-421D-4B57-8942-5762D93F1A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41649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95F3B8-DDEB-3931-BD30-FCDF92768B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D0E52B7-3612-C42C-E3C4-1568700EDDB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E2A539-9977-5E0E-CDC1-067BB186F6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F549C3-E12B-4CC2-9FA1-D4C0643B7241}" type="datetime1">
              <a:rPr lang="en-IN" smtClean="0"/>
              <a:t>16-10-2026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C91C38-BEF3-AA2E-ACFE-DCF1543BE0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1CB7FA-8196-F586-E960-B5BAE429F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‹#›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EB3F1FD-0147-797C-0ED6-E694A2BD624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25" y="-164593"/>
            <a:ext cx="1215279" cy="1122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5596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D259C4-DC4A-CF70-25D2-F39535A1F7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A6C27E-0A06-D409-8884-852E74A294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7AC31F-7BFD-CA38-00A7-A2FD01A098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E2E10-B9C9-4696-8C2C-567691D9BBFD}" type="datetime1">
              <a:rPr lang="en-IN" smtClean="0"/>
              <a:t>16-10-2026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415AD4-5B3F-78FD-DE66-C3F50AC63A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80549F-8592-A2F0-A7A6-A1C45E9E6C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‹#›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381CCB4-DDFA-058A-AE03-5A3CFCA9F8C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25" y="-164593"/>
            <a:ext cx="1215279" cy="1122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2151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3EAB08-E23E-771E-1FDE-DC7851594F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036FC1-1DB6-A8A4-C315-834C3FFCFE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565D3F-93C4-BE6A-B0D8-5AFF3E69AF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4BF378-8F16-492D-87B3-963C20ACF441}" type="datetime1">
              <a:rPr lang="en-IN" smtClean="0"/>
              <a:t>16-10-2026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12169B-9903-41C3-CC1A-A773A925D6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ACC6B5-6988-9DF9-8223-C5EB677C93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‹#›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E3DABBD-F85F-360C-A546-D5E0B92597C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25" y="-164593"/>
            <a:ext cx="1215279" cy="1122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42563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F988FF-7E75-1B89-7C11-7B6C180BDE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8E0077-B676-7850-AAD4-77689FB5B44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DE4118E-9650-EED0-1592-D4AD00CF46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DD1BDD-D86C-6A53-CEF7-1AEC9AB1AA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79781E-9150-4561-9F7C-01394C55C5AE}" type="datetime1">
              <a:rPr lang="en-IN" smtClean="0"/>
              <a:t>16-10-2026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B15FF2-A4C5-135F-9FA1-A00A6BF9A0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2FB8AA-FC6D-B278-7FFF-C52EF43079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‹#›</a:t>
            </a:fld>
            <a:endParaRPr lang="en-IN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3064E1C-D746-419C-5FE6-033B95CAC3C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25" y="-164593"/>
            <a:ext cx="1215279" cy="1122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32614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1CC900-8F42-8A20-E378-434465ED27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DDB5D6-6D80-913C-77A3-83E1C27571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4D7E712-FB4A-DBE7-7EE8-B34465C755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4FC7C92-E667-0F30-6C26-267F10CBCBC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31715A-AF86-785C-73F2-00FF9D5D321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501D6D5-269C-31AC-CC40-917E0E2467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F12896-961F-4F7A-B2DD-D0EFF57BA027}" type="datetime1">
              <a:rPr lang="en-IN" smtClean="0"/>
              <a:t>16-10-2026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D0DFF97-DB90-A3DC-1A5F-E041ABA4F5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1DFEC1F-4C0D-B461-B76D-FAFE7A86BA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‹#›</a:t>
            </a:fld>
            <a:endParaRPr lang="en-IN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0D765FD-6DB7-1155-27BC-BD0DB452993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25" y="-164593"/>
            <a:ext cx="1215279" cy="1122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01334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A9FB57-0CBB-0AA3-9BF0-2ED2337972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B2CE64-C359-3445-7AB9-29DE8577C0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F51132-6BA4-40BC-AB03-D6B9C4F193FC}" type="datetime1">
              <a:rPr lang="en-IN" smtClean="0"/>
              <a:t>16-10-2026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C63F73F-0420-C605-3EFF-74CBBE1B75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46EE44D-529C-1AC9-123B-7EBF53FA6E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‹#›</a:t>
            </a:fld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4A6640D-01A3-9B0C-80EF-F10DE422076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25" y="-164593"/>
            <a:ext cx="1215279" cy="1122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35804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6479728-5FED-202E-6651-A7474C32A8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D85D5E-B9E5-4C7E-88B1-43A66A7C3488}" type="datetime1">
              <a:rPr lang="en-IN" smtClean="0"/>
              <a:t>16-10-2026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7F6D777-ECC4-1DAB-81FF-7D7AF3FF39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B56A1D-0096-D4B4-2B11-1CDFE3317B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‹#›</a:t>
            </a:fld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260B416-1EF4-3CD6-8E26-DC636E7B37F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25" y="-164593"/>
            <a:ext cx="1215279" cy="1122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11296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7E5010-2418-091A-429D-37E400ABA5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991DC8-3F06-BF0E-8109-8C1FEDEAD6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3544A7E-4423-60E2-E6E9-AAF09976D0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B3B07B-D8E2-C0AA-F7E4-545DF97910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BE2A2-8283-469E-B4A1-D6877668ECFE}" type="datetime1">
              <a:rPr lang="en-IN" smtClean="0"/>
              <a:t>16-10-2026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FB3DF0-CC05-0B05-24D9-6663B5E119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AB53E2-0205-A987-5D45-0DFC51D895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‹#›</a:t>
            </a:fld>
            <a:endParaRPr lang="en-IN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E6F4A6A-FE20-C82E-95DD-FA2A5FCB0B6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25" y="-164593"/>
            <a:ext cx="1215279" cy="1122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72765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AB7E51-2E25-5BFC-2696-794A224B6A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3F9DC63-25C2-8B4F-3683-6B0A9BC7564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54EBA80-D1E6-9786-229E-B9B70D9BDF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A0DED29-F47E-2534-AFB4-003A8091AB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50A723-EDD4-4822-84BE-4B7F697B4E56}" type="datetime1">
              <a:rPr lang="en-IN" smtClean="0"/>
              <a:t>16-10-2026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E6DE89-3F60-1B9B-0597-F389CAA72F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0B78F6-7EC0-BF15-5CA1-F0159D7963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82565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038785-1FEB-0757-FEC8-6AA1CB86C5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AD94473-1718-0D76-22B7-33E82D611F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19B1E2-29EC-2F2E-B362-55E80C4D08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848764-2CC6-431B-B501-1DF197EE73CC}" type="datetime1">
              <a:rPr lang="en-IN" smtClean="0"/>
              <a:t>16-10-2026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36D9E9-31F7-01F5-C19A-438C407736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EE1B4F-5C80-EFB0-BA9F-8F17B8444B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‹#›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32412BD-D800-391F-9FB6-159E83E7478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25" y="-164593"/>
            <a:ext cx="1215279" cy="1122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78465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EC43F02-0084-480F-2BA3-75A1C0102C1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7B22D9D-B106-6765-76CF-C9843EC19F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A262E0-081B-BE3A-F92B-73DE583EDA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5EEFFA-3959-41FE-A774-B9B27FD8983C}" type="datetime1">
              <a:rPr lang="en-IN" smtClean="0"/>
              <a:t>16-10-2026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69D4DC-613B-8105-F661-A37BB2AD0F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246AAE-21DC-2AE1-CF07-91F73A4DFA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35440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4948038-F901-EAD1-D5DB-03603E896C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7E2A14-F9FA-9B0B-5AA7-D785E09BAF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E56813-B660-C26F-CFEF-AF22C547FCF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30F4BF4-0D93-4F1E-82BB-778F1EDDD45F}" type="datetime1">
              <a:rPr lang="en-IN" smtClean="0"/>
              <a:t>16-10-2026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B697EB-16D9-74E1-1448-0CDC2807114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C42DC9-4178-3222-F3F2-C5EC792CA7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B012AB6-14AF-4351-87AD-D420B05274E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934814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ganjikuntameghana-max/KLH-Bachupally-2026-2027-BATCH-27-Cinema-Seat-Booking" TargetMode="External"/><Relationship Id="rId2" Type="http://schemas.openxmlformats.org/officeDocument/2006/relationships/hyperlink" Target="https://github.com/Sanaa2204/KLH-Bachupally-2026-2027-Batch-27-CinemaSeatBookingSystem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417320" y="1965960"/>
            <a:ext cx="9144000" cy="150876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normAutofit/>
          </a:bodyPr>
          <a:lstStyle/>
          <a:p>
            <a:pPr algn="ctr"/>
            <a:r>
              <a:rPr sz="3400" b="1">
                <a:solidFill>
                  <a:srgbClr val="232326"/>
                </a:solidFill>
                <a:latin typeface="Aptos"/>
              </a:rPr>
              <a:t>CINEMA SEAT
BOOKING SYSTEM</a:t>
            </a:r>
          </a:p>
        </p:txBody>
      </p:sp>
      <p:sp>
        <p:nvSpPr>
          <p:cNvPr id="3" name="Rectangle 2"/>
          <p:cNvSpPr/>
          <p:nvPr/>
        </p:nvSpPr>
        <p:spPr>
          <a:xfrm>
            <a:off x="4956048" y="3639312"/>
            <a:ext cx="1828800" cy="64008"/>
          </a:xfrm>
          <a:prstGeom prst="rect">
            <a:avLst/>
          </a:prstGeom>
          <a:solidFill>
            <a:srgbClr val="761923"/>
          </a:solidFill>
          <a:ln>
            <a:solidFill>
              <a:srgbClr val="7619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383280" y="3858768"/>
            <a:ext cx="5303520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ctr"/>
            <a:r>
              <a:rPr sz="1700" b="0">
                <a:solidFill>
                  <a:srgbClr val="5C5C62"/>
                </a:solidFill>
                <a:latin typeface="Aptos"/>
              </a:rPr>
              <a:t>Java-Based Application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6272784"/>
            <a:ext cx="164592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endParaRPr sz="950" b="0" dirty="0">
              <a:solidFill>
                <a:srgbClr val="5C5C62"/>
              </a:solidFill>
              <a:latin typeface="Apto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561320" y="6272784"/>
            <a:ext cx="50292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r"/>
            <a:endParaRPr sz="950" b="0" dirty="0">
              <a:solidFill>
                <a:srgbClr val="5C5C62"/>
              </a:solidFill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15707500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41248" y="868680"/>
            <a:ext cx="658368" cy="64008"/>
          </a:xfrm>
          <a:prstGeom prst="rect">
            <a:avLst/>
          </a:prstGeom>
          <a:solidFill>
            <a:srgbClr val="761923"/>
          </a:solidFill>
          <a:ln>
            <a:solidFill>
              <a:srgbClr val="7619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41248" y="1005840"/>
            <a:ext cx="91440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2700" b="1">
                <a:solidFill>
                  <a:srgbClr val="232326"/>
                </a:solidFill>
                <a:latin typeface="Aptos"/>
              </a:rPr>
              <a:t>Abstract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61320" y="987552"/>
            <a:ext cx="594360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r"/>
            <a:r>
              <a:rPr sz="1300" b="1">
                <a:solidFill>
                  <a:srgbClr val="761923"/>
                </a:solidFill>
                <a:latin typeface="Aptos"/>
              </a:rPr>
              <a:t>02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41248" y="1783080"/>
            <a:ext cx="3246120" cy="3611880"/>
          </a:xfrm>
          <a:prstGeom prst="roundRect">
            <a:avLst/>
          </a:prstGeom>
          <a:solidFill>
            <a:srgbClr val="FCFAF6"/>
          </a:solidFill>
          <a:ln>
            <a:solidFill>
              <a:srgbClr val="E8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005840" y="1947672"/>
            <a:ext cx="384048" cy="384048"/>
          </a:xfrm>
          <a:prstGeom prst="ellipse">
            <a:avLst/>
          </a:prstGeom>
          <a:solidFill>
            <a:srgbClr val="76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5840" y="1947672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99616" y="1947672"/>
            <a:ext cx="2423160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500" b="1">
                <a:solidFill>
                  <a:srgbClr val="761923"/>
                </a:solidFill>
                <a:latin typeface="Aptos"/>
              </a:rPr>
              <a:t>Purpose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99616" y="2350008"/>
            <a:ext cx="2423160" cy="28986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250" b="0">
                <a:solidFill>
                  <a:srgbClr val="232326"/>
                </a:solidFill>
                <a:latin typeface="Aptos"/>
              </a:rPr>
              <a:t>A computerized application designed to make selecting and reserving cinema seats easier and more convenient, replacing queue-based or manual availability checking with an organized digital solution.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1783080"/>
            <a:ext cx="3246120" cy="3611880"/>
          </a:xfrm>
          <a:prstGeom prst="roundRect">
            <a:avLst/>
          </a:prstGeom>
          <a:solidFill>
            <a:srgbClr val="FCFAF6"/>
          </a:solidFill>
          <a:ln>
            <a:solidFill>
              <a:srgbClr val="E8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4462272" y="1947672"/>
            <a:ext cx="384048" cy="384048"/>
          </a:xfrm>
          <a:prstGeom prst="ellipse">
            <a:avLst/>
          </a:prstGeom>
          <a:solidFill>
            <a:srgbClr val="76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462272" y="1947672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56048" y="1947672"/>
            <a:ext cx="2423160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500" b="1">
                <a:solidFill>
                  <a:srgbClr val="761923"/>
                </a:solidFill>
                <a:latin typeface="Aptos"/>
              </a:rPr>
              <a:t>Core Functions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56048" y="2350008"/>
            <a:ext cx="2423160" cy="28986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250" b="0">
                <a:solidFill>
                  <a:srgbClr val="232326"/>
                </a:solidFill>
                <a:latin typeface="Aptos"/>
              </a:rPr>
              <a:t>Users can view movies and show timings, select preferred seats and reserve tickets. The administrator can manage movie information, update schedules, monitor seat availability and maintain booking details.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54112" y="1783080"/>
            <a:ext cx="3246120" cy="3611880"/>
          </a:xfrm>
          <a:prstGeom prst="roundRect">
            <a:avLst/>
          </a:prstGeom>
          <a:solidFill>
            <a:srgbClr val="FCFAF6"/>
          </a:solidFill>
          <a:ln>
            <a:solidFill>
              <a:srgbClr val="E8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7918704" y="1947672"/>
            <a:ext cx="384048" cy="384048"/>
          </a:xfrm>
          <a:prstGeom prst="ellipse">
            <a:avLst/>
          </a:prstGeom>
          <a:solidFill>
            <a:srgbClr val="76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918704" y="1947672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1947672"/>
            <a:ext cx="2423160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500" b="1">
                <a:solidFill>
                  <a:srgbClr val="761923"/>
                </a:solidFill>
                <a:latin typeface="Aptos"/>
              </a:rPr>
              <a:t>Benefits &amp; Future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2350008"/>
            <a:ext cx="2423160" cy="28986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250" b="0">
                <a:solidFill>
                  <a:srgbClr val="232326"/>
                </a:solidFill>
                <a:latin typeface="Aptos"/>
              </a:rPr>
              <a:t>The system reduces manual work, saves time and keeps booking information organized. Future enhancements include online payment, ticket cancellation, booking history, digital ticket generation and notifications.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" y="6272784"/>
            <a:ext cx="164592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950" b="0">
                <a:solidFill>
                  <a:srgbClr val="5C5C62"/>
                </a:solidFill>
                <a:latin typeface="Aptos"/>
              </a:rPr>
              <a:t>22/09/2026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61320" y="6272784"/>
            <a:ext cx="50292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r"/>
            <a:r>
              <a:rPr sz="950" b="0">
                <a:solidFill>
                  <a:srgbClr val="5C5C62"/>
                </a:solidFill>
                <a:latin typeface="Aptos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6763380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41248" y="868680"/>
            <a:ext cx="658368" cy="64008"/>
          </a:xfrm>
          <a:prstGeom prst="rect">
            <a:avLst/>
          </a:prstGeom>
          <a:solidFill>
            <a:srgbClr val="761923"/>
          </a:solidFill>
          <a:ln>
            <a:solidFill>
              <a:srgbClr val="7619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41248" y="1005840"/>
            <a:ext cx="91440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2700" b="1">
                <a:solidFill>
                  <a:srgbClr val="232326"/>
                </a:solidFill>
                <a:latin typeface="Aptos"/>
              </a:rPr>
              <a:t>Simple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61320" y="987552"/>
            <a:ext cx="594360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r"/>
            <a:r>
              <a:rPr sz="1300" b="1">
                <a:solidFill>
                  <a:srgbClr val="761923"/>
                </a:solidFill>
                <a:latin typeface="Aptos"/>
              </a:rPr>
              <a:t>03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41248" y="1719072"/>
            <a:ext cx="5074920" cy="758952"/>
          </a:xfrm>
          <a:prstGeom prst="roundRect">
            <a:avLst/>
          </a:prstGeom>
          <a:solidFill>
            <a:srgbClr val="FCFAF6"/>
          </a:solidFill>
          <a:ln>
            <a:solidFill>
              <a:srgbClr val="E8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005840" y="1883664"/>
            <a:ext cx="384048" cy="384048"/>
          </a:xfrm>
          <a:prstGeom prst="ellipse">
            <a:avLst/>
          </a:prstGeom>
          <a:solidFill>
            <a:srgbClr val="76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5840" y="1883664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99616" y="1883664"/>
            <a:ext cx="4251959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500" b="1">
                <a:solidFill>
                  <a:srgbClr val="761923"/>
                </a:solidFill>
                <a:latin typeface="Aptos"/>
              </a:rPr>
              <a:t>1. Choose Technology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99616" y="2286000"/>
            <a:ext cx="4251959" cy="45719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 fontScale="25000" lnSpcReduction="20000"/>
          </a:bodyPr>
          <a:lstStyle/>
          <a:p>
            <a:pPr algn="l"/>
            <a:r>
              <a:rPr sz="1250" b="0">
                <a:solidFill>
                  <a:srgbClr val="232326"/>
                </a:solidFill>
                <a:latin typeface="Aptos"/>
              </a:rPr>
              <a:t>Use: Java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41248" y="2615184"/>
            <a:ext cx="5074920" cy="1188720"/>
          </a:xfrm>
          <a:prstGeom prst="roundRect">
            <a:avLst/>
          </a:prstGeom>
          <a:solidFill>
            <a:srgbClr val="FCFAF6"/>
          </a:solidFill>
          <a:ln>
            <a:solidFill>
              <a:srgbClr val="E8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1005840" y="2779776"/>
            <a:ext cx="384048" cy="384048"/>
          </a:xfrm>
          <a:prstGeom prst="ellipse">
            <a:avLst/>
          </a:prstGeom>
          <a:solidFill>
            <a:srgbClr val="76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05840" y="2779776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99616" y="2779776"/>
            <a:ext cx="4251959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500" b="1">
                <a:solidFill>
                  <a:srgbClr val="761923"/>
                </a:solidFill>
                <a:latin typeface="Aptos"/>
              </a:rPr>
              <a:t>2. Main Menu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99616" y="3182112"/>
            <a:ext cx="4251959" cy="4754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250" b="0">
                <a:solidFill>
                  <a:srgbClr val="232326"/>
                </a:solidFill>
                <a:latin typeface="Aptos"/>
              </a:rPr>
              <a:t>View Movies  •  Book Ticket  •  View Booking Details  •  Admin – Add Movie  •  Exit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41248" y="3941063"/>
            <a:ext cx="5074920" cy="1508760"/>
          </a:xfrm>
          <a:prstGeom prst="roundRect">
            <a:avLst/>
          </a:prstGeom>
          <a:solidFill>
            <a:srgbClr val="FCFAF6"/>
          </a:solidFill>
          <a:ln>
            <a:solidFill>
              <a:srgbClr val="E8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1005840" y="4105655"/>
            <a:ext cx="384048" cy="384048"/>
          </a:xfrm>
          <a:prstGeom prst="ellipse">
            <a:avLst/>
          </a:prstGeom>
          <a:solidFill>
            <a:srgbClr val="76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05840" y="4105655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99616" y="4105655"/>
            <a:ext cx="4251959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500" b="1">
                <a:solidFill>
                  <a:srgbClr val="761923"/>
                </a:solidFill>
                <a:latin typeface="Aptos"/>
              </a:rPr>
              <a:t>3. Core Data Structures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99616" y="4507992"/>
            <a:ext cx="4251959" cy="795527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250" b="0">
                <a:solidFill>
                  <a:srgbClr val="232326"/>
                </a:solidFill>
                <a:latin typeface="Aptos"/>
              </a:rPr>
              <a:t>movies[]  •  showTimings[][]  •  seats[][]  •  bookings ArrayList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44768" y="1719072"/>
            <a:ext cx="5074920" cy="1024128"/>
          </a:xfrm>
          <a:prstGeom prst="roundRect">
            <a:avLst/>
          </a:prstGeom>
          <a:solidFill>
            <a:srgbClr val="FCFAF6"/>
          </a:solidFill>
          <a:ln>
            <a:solidFill>
              <a:srgbClr val="E8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6309359" y="1883664"/>
            <a:ext cx="384048" cy="384048"/>
          </a:xfrm>
          <a:prstGeom prst="ellipse">
            <a:avLst/>
          </a:prstGeom>
          <a:solidFill>
            <a:srgbClr val="76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309359" y="1883664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03136" y="1883664"/>
            <a:ext cx="4251959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500" b="1">
                <a:solidFill>
                  <a:srgbClr val="761923"/>
                </a:solidFill>
                <a:latin typeface="Aptos"/>
              </a:rPr>
              <a:t>4. View Movies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03136" y="2286000"/>
            <a:ext cx="4251959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250" b="0">
                <a:solidFill>
                  <a:srgbClr val="232326"/>
                </a:solidFill>
                <a:latin typeface="Aptos"/>
              </a:rPr>
              <a:t>Display movie names and available show timings.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44768" y="2898648"/>
            <a:ext cx="5074920" cy="1024128"/>
          </a:xfrm>
          <a:prstGeom prst="roundRect">
            <a:avLst/>
          </a:prstGeom>
          <a:solidFill>
            <a:srgbClr val="FCFAF6"/>
          </a:solidFill>
          <a:ln>
            <a:solidFill>
              <a:srgbClr val="E8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6309359" y="3063240"/>
            <a:ext cx="384048" cy="384048"/>
          </a:xfrm>
          <a:prstGeom prst="ellipse">
            <a:avLst/>
          </a:prstGeom>
          <a:solidFill>
            <a:srgbClr val="76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309359" y="3063240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03136" y="3063240"/>
            <a:ext cx="4251959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500" b="1">
                <a:solidFill>
                  <a:srgbClr val="761923"/>
                </a:solidFill>
                <a:latin typeface="Aptos"/>
              </a:rPr>
              <a:t>5. Book Ticket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03136" y="3465576"/>
            <a:ext cx="4251959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250" b="0">
                <a:solidFill>
                  <a:srgbClr val="232326"/>
                </a:solidFill>
                <a:latin typeface="Aptos"/>
              </a:rPr>
              <a:t>Select movie → show timing → seat → customer name.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44768" y="4078224"/>
            <a:ext cx="5074920" cy="1024128"/>
          </a:xfrm>
          <a:prstGeom prst="roundRect">
            <a:avLst/>
          </a:prstGeom>
          <a:solidFill>
            <a:srgbClr val="FCFAF6"/>
          </a:solidFill>
          <a:ln>
            <a:solidFill>
              <a:srgbClr val="E8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6309359" y="4242816"/>
            <a:ext cx="384048" cy="384048"/>
          </a:xfrm>
          <a:prstGeom prst="ellipse">
            <a:avLst/>
          </a:prstGeom>
          <a:solidFill>
            <a:srgbClr val="76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309359" y="4242816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03136" y="4242816"/>
            <a:ext cx="4251959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500" b="1">
                <a:solidFill>
                  <a:srgbClr val="761923"/>
                </a:solidFill>
                <a:latin typeface="Aptos"/>
              </a:rPr>
              <a:t>6. Confirm Booking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03136" y="4645152"/>
            <a:ext cx="4251959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250" b="0">
                <a:solidFill>
                  <a:srgbClr val="232326"/>
                </a:solidFill>
                <a:latin typeface="Aptos"/>
              </a:rPr>
              <a:t>Check availability → update seat → store booking details.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1248" y="6272784"/>
            <a:ext cx="164592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950" b="0">
                <a:solidFill>
                  <a:srgbClr val="5C5C62"/>
                </a:solidFill>
                <a:latin typeface="Aptos"/>
              </a:rPr>
              <a:t>22/09/2026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561320" y="6272784"/>
            <a:ext cx="50292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r"/>
            <a:r>
              <a:rPr sz="950" b="0">
                <a:solidFill>
                  <a:srgbClr val="5C5C62"/>
                </a:solidFill>
                <a:latin typeface="Aptos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3465363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41248" y="868680"/>
            <a:ext cx="658368" cy="64008"/>
          </a:xfrm>
          <a:prstGeom prst="rect">
            <a:avLst/>
          </a:prstGeom>
          <a:solidFill>
            <a:srgbClr val="761923"/>
          </a:solidFill>
          <a:ln>
            <a:solidFill>
              <a:srgbClr val="7619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41248" y="1005840"/>
            <a:ext cx="91440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2700" b="1">
                <a:solidFill>
                  <a:srgbClr val="232326"/>
                </a:solidFill>
                <a:latin typeface="Aptos"/>
              </a:rPr>
              <a:t>System Components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61320" y="987552"/>
            <a:ext cx="594360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r"/>
            <a:r>
              <a:rPr sz="1300" b="1">
                <a:solidFill>
                  <a:srgbClr val="761923"/>
                </a:solidFill>
                <a:latin typeface="Aptos"/>
              </a:rPr>
              <a:t>04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41248" y="1691640"/>
            <a:ext cx="3383280" cy="1325880"/>
          </a:xfrm>
          <a:prstGeom prst="roundRect">
            <a:avLst/>
          </a:prstGeom>
          <a:solidFill>
            <a:srgbClr val="FCFAF6"/>
          </a:solidFill>
          <a:ln>
            <a:solidFill>
              <a:srgbClr val="E8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005840" y="1856232"/>
            <a:ext cx="384048" cy="384048"/>
          </a:xfrm>
          <a:prstGeom prst="ellipse">
            <a:avLst/>
          </a:prstGeom>
          <a:solidFill>
            <a:srgbClr val="76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5840" y="1856232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99616" y="1856232"/>
            <a:ext cx="2560320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500" b="1">
                <a:solidFill>
                  <a:srgbClr val="761923"/>
                </a:solidFill>
                <a:latin typeface="Aptos"/>
              </a:rPr>
              <a:t>Movie Details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99616" y="2258568"/>
            <a:ext cx="2560320" cy="612647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250" b="0">
                <a:solidFill>
                  <a:srgbClr val="232326"/>
                </a:solidFill>
                <a:latin typeface="Aptos"/>
              </a:rPr>
              <a:t>Movie names are stored and displayed to users.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07408" y="1691640"/>
            <a:ext cx="3383280" cy="1325880"/>
          </a:xfrm>
          <a:prstGeom prst="roundRect">
            <a:avLst/>
          </a:prstGeom>
          <a:solidFill>
            <a:srgbClr val="FCFAF6"/>
          </a:solidFill>
          <a:ln>
            <a:solidFill>
              <a:srgbClr val="E8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4572000" y="1856232"/>
            <a:ext cx="384048" cy="384048"/>
          </a:xfrm>
          <a:prstGeom prst="ellipse">
            <a:avLst/>
          </a:prstGeom>
          <a:solidFill>
            <a:srgbClr val="76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72000" y="1856232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65776" y="1856232"/>
            <a:ext cx="2560320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500" b="1">
                <a:solidFill>
                  <a:srgbClr val="761923"/>
                </a:solidFill>
                <a:latin typeface="Aptos"/>
              </a:rPr>
              <a:t>Show Timings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65776" y="2258568"/>
            <a:ext cx="2560320" cy="612647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250" b="0">
                <a:solidFill>
                  <a:srgbClr val="232326"/>
                </a:solidFill>
                <a:latin typeface="Aptos"/>
              </a:rPr>
              <a:t>Each movie has three available show timings.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73568" y="1691640"/>
            <a:ext cx="3246120" cy="1325880"/>
          </a:xfrm>
          <a:prstGeom prst="roundRect">
            <a:avLst/>
          </a:prstGeom>
          <a:solidFill>
            <a:srgbClr val="FCFAF6"/>
          </a:solidFill>
          <a:ln>
            <a:solidFill>
              <a:srgbClr val="E8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8138160" y="1856232"/>
            <a:ext cx="384048" cy="384048"/>
          </a:xfrm>
          <a:prstGeom prst="ellipse">
            <a:avLst/>
          </a:prstGeom>
          <a:solidFill>
            <a:srgbClr val="76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138160" y="1856232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31936" y="1856232"/>
            <a:ext cx="2423160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500" b="1">
                <a:solidFill>
                  <a:srgbClr val="761923"/>
                </a:solidFill>
                <a:latin typeface="Aptos"/>
              </a:rPr>
              <a:t>Seat Status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31936" y="2258568"/>
            <a:ext cx="2423160" cy="612647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250" b="0">
                <a:solidFill>
                  <a:srgbClr val="232326"/>
                </a:solidFill>
                <a:latin typeface="Aptos"/>
              </a:rPr>
              <a:t>10 seats are maintained for each movie.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41248" y="3246120"/>
            <a:ext cx="3383280" cy="1325880"/>
          </a:xfrm>
          <a:prstGeom prst="roundRect">
            <a:avLst/>
          </a:prstGeom>
          <a:solidFill>
            <a:srgbClr val="FCFAF6"/>
          </a:solidFill>
          <a:ln>
            <a:solidFill>
              <a:srgbClr val="E8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1005840" y="3410712"/>
            <a:ext cx="384048" cy="384048"/>
          </a:xfrm>
          <a:prstGeom prst="ellipse">
            <a:avLst/>
          </a:prstGeom>
          <a:solidFill>
            <a:srgbClr val="76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005840" y="3410712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99616" y="3410712"/>
            <a:ext cx="2560320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500" b="1">
                <a:solidFill>
                  <a:srgbClr val="761923"/>
                </a:solidFill>
                <a:latin typeface="Aptos"/>
              </a:rPr>
              <a:t>Booking Details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99616" y="3813048"/>
            <a:ext cx="2560320" cy="612647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250" b="0">
                <a:solidFill>
                  <a:srgbClr val="232326"/>
                </a:solidFill>
                <a:latin typeface="Aptos"/>
              </a:rPr>
              <a:t>Customer, movie, show and seat details are stored.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407408" y="3246120"/>
            <a:ext cx="3383280" cy="1325880"/>
          </a:xfrm>
          <a:prstGeom prst="roundRect">
            <a:avLst/>
          </a:prstGeom>
          <a:solidFill>
            <a:srgbClr val="FCFAF6"/>
          </a:solidFill>
          <a:ln>
            <a:solidFill>
              <a:srgbClr val="E8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4572000" y="3410712"/>
            <a:ext cx="384048" cy="384048"/>
          </a:xfrm>
          <a:prstGeom prst="ellipse">
            <a:avLst/>
          </a:prstGeom>
          <a:solidFill>
            <a:srgbClr val="76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572000" y="3410712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65776" y="3410712"/>
            <a:ext cx="2560320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500" b="1">
                <a:solidFill>
                  <a:srgbClr val="761923"/>
                </a:solidFill>
                <a:latin typeface="Aptos"/>
              </a:rPr>
              <a:t>Admin Function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65776" y="3813048"/>
            <a:ext cx="2560320" cy="612647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250" b="0">
                <a:solidFill>
                  <a:srgbClr val="232326"/>
                </a:solidFill>
                <a:latin typeface="Aptos"/>
              </a:rPr>
              <a:t>Admin can add a new movie and display it as confirmation.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973568" y="3246120"/>
            <a:ext cx="3246120" cy="1325880"/>
          </a:xfrm>
          <a:prstGeom prst="roundRect">
            <a:avLst/>
          </a:prstGeom>
          <a:solidFill>
            <a:srgbClr val="FCFAF6"/>
          </a:solidFill>
          <a:ln>
            <a:solidFill>
              <a:srgbClr val="E8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8138160" y="3410712"/>
            <a:ext cx="384048" cy="384048"/>
          </a:xfrm>
          <a:prstGeom prst="ellipse">
            <a:avLst/>
          </a:prstGeom>
          <a:solidFill>
            <a:srgbClr val="76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138160" y="3410712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631936" y="3410712"/>
            <a:ext cx="2423160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500" b="1">
                <a:solidFill>
                  <a:srgbClr val="761923"/>
                </a:solidFill>
                <a:latin typeface="Aptos"/>
              </a:rPr>
              <a:t>Validation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31936" y="3813048"/>
            <a:ext cx="2423160" cy="612647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250" b="0">
                <a:solidFill>
                  <a:srgbClr val="232326"/>
                </a:solidFill>
                <a:latin typeface="Aptos"/>
              </a:rPr>
              <a:t>Invalid movie, timing or seat selections are handled.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1248" y="4956048"/>
            <a:ext cx="384048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300" b="1">
                <a:solidFill>
                  <a:srgbClr val="761923"/>
                </a:solidFill>
                <a:latin typeface="Aptos"/>
              </a:rPr>
              <a:t>Main Java structures used in the project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1248" y="5321808"/>
            <a:ext cx="10241280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600" b="1">
                <a:solidFill>
                  <a:srgbClr val="232326"/>
                </a:solidFill>
                <a:latin typeface="Aptos"/>
              </a:rPr>
              <a:t>String[]  •  String[][]  •  boolean[][]  •  ArrayList&lt;String&gt;  •  Scanner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1248" y="6272784"/>
            <a:ext cx="164592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950" b="0">
                <a:solidFill>
                  <a:srgbClr val="5C5C62"/>
                </a:solidFill>
                <a:latin typeface="Aptos"/>
              </a:rPr>
              <a:t>22/09/2026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561320" y="6272784"/>
            <a:ext cx="50292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r"/>
            <a:r>
              <a:rPr sz="950" b="0">
                <a:solidFill>
                  <a:srgbClr val="5C5C62"/>
                </a:solidFill>
                <a:latin typeface="Aptos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7756566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41248" y="868680"/>
            <a:ext cx="658368" cy="64008"/>
          </a:xfrm>
          <a:prstGeom prst="rect">
            <a:avLst/>
          </a:prstGeom>
          <a:solidFill>
            <a:srgbClr val="761923"/>
          </a:solidFill>
          <a:ln>
            <a:solidFill>
              <a:srgbClr val="7619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41248" y="1005840"/>
            <a:ext cx="91440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2700" b="1">
                <a:solidFill>
                  <a:srgbClr val="232326"/>
                </a:solidFill>
                <a:latin typeface="Aptos"/>
              </a:rPr>
              <a:t>Develop Step-by-Step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61320" y="987552"/>
            <a:ext cx="594360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r"/>
            <a:r>
              <a:rPr sz="1300" b="1">
                <a:solidFill>
                  <a:srgbClr val="761923"/>
                </a:solidFill>
                <a:latin typeface="Aptos"/>
              </a:rPr>
              <a:t>05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41248" y="1673352"/>
            <a:ext cx="5074920" cy="1051560"/>
          </a:xfrm>
          <a:prstGeom prst="roundRect">
            <a:avLst/>
          </a:prstGeom>
          <a:solidFill>
            <a:srgbClr val="FCFAF6"/>
          </a:solidFill>
          <a:ln>
            <a:solidFill>
              <a:srgbClr val="E8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005840" y="1837944"/>
            <a:ext cx="384048" cy="384048"/>
          </a:xfrm>
          <a:prstGeom prst="ellipse">
            <a:avLst/>
          </a:prstGeom>
          <a:solidFill>
            <a:srgbClr val="76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5840" y="1837944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99616" y="1837944"/>
            <a:ext cx="4251959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500" b="1">
                <a:solidFill>
                  <a:srgbClr val="761923"/>
                </a:solidFill>
                <a:latin typeface="Aptos"/>
              </a:rPr>
              <a:t>Step 1: View Movies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99616" y="2240280"/>
            <a:ext cx="4251959" cy="338327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250" b="0">
                <a:solidFill>
                  <a:srgbClr val="232326"/>
                </a:solidFill>
                <a:latin typeface="Aptos"/>
              </a:rPr>
              <a:t>Display available movies and their show timings.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41248" y="2880360"/>
            <a:ext cx="5074920" cy="1051560"/>
          </a:xfrm>
          <a:prstGeom prst="roundRect">
            <a:avLst/>
          </a:prstGeom>
          <a:solidFill>
            <a:srgbClr val="FCFAF6"/>
          </a:solidFill>
          <a:ln>
            <a:solidFill>
              <a:srgbClr val="E8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1005840" y="3044952"/>
            <a:ext cx="384048" cy="384048"/>
          </a:xfrm>
          <a:prstGeom prst="ellipse">
            <a:avLst/>
          </a:prstGeom>
          <a:solidFill>
            <a:srgbClr val="76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05840" y="3044952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99616" y="3044952"/>
            <a:ext cx="4251959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500" b="1">
                <a:solidFill>
                  <a:srgbClr val="761923"/>
                </a:solidFill>
                <a:latin typeface="Aptos"/>
              </a:rPr>
              <a:t>Step 2: Select Movie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99616" y="3447288"/>
            <a:ext cx="4251959" cy="338327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 fontScale="92500"/>
          </a:bodyPr>
          <a:lstStyle/>
          <a:p>
            <a:pPr algn="l"/>
            <a:r>
              <a:rPr sz="1250" b="0">
                <a:solidFill>
                  <a:srgbClr val="232326"/>
                </a:solidFill>
                <a:latin typeface="Aptos"/>
              </a:rPr>
              <a:t>User enters the movie number; invalid selections are rejected.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41248" y="4087368"/>
            <a:ext cx="5074920" cy="1051560"/>
          </a:xfrm>
          <a:prstGeom prst="roundRect">
            <a:avLst/>
          </a:prstGeom>
          <a:solidFill>
            <a:srgbClr val="FCFAF6"/>
          </a:solidFill>
          <a:ln>
            <a:solidFill>
              <a:srgbClr val="E8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1005840" y="4251959"/>
            <a:ext cx="384048" cy="384048"/>
          </a:xfrm>
          <a:prstGeom prst="ellipse">
            <a:avLst/>
          </a:prstGeom>
          <a:solidFill>
            <a:srgbClr val="76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05840" y="4251959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99616" y="4251959"/>
            <a:ext cx="4251959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500" b="1">
                <a:solidFill>
                  <a:srgbClr val="761923"/>
                </a:solidFill>
                <a:latin typeface="Aptos"/>
              </a:rPr>
              <a:t>Step 3: Select Show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99616" y="4654296"/>
            <a:ext cx="4251959" cy="338327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 fontScale="92500"/>
          </a:bodyPr>
          <a:lstStyle/>
          <a:p>
            <a:pPr algn="l"/>
            <a:r>
              <a:rPr sz="1250" b="0">
                <a:solidFill>
                  <a:srgbClr val="232326"/>
                </a:solidFill>
                <a:latin typeface="Aptos"/>
              </a:rPr>
              <a:t>Display the three show timings and accept the selected timing.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44768" y="1673352"/>
            <a:ext cx="5074920" cy="1051560"/>
          </a:xfrm>
          <a:prstGeom prst="roundRect">
            <a:avLst/>
          </a:prstGeom>
          <a:solidFill>
            <a:srgbClr val="FCFAF6"/>
          </a:solidFill>
          <a:ln>
            <a:solidFill>
              <a:srgbClr val="E8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6309359" y="1837944"/>
            <a:ext cx="384048" cy="384048"/>
          </a:xfrm>
          <a:prstGeom prst="ellipse">
            <a:avLst/>
          </a:prstGeom>
          <a:solidFill>
            <a:srgbClr val="76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309359" y="1837944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03136" y="1837944"/>
            <a:ext cx="4251959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500" b="1">
                <a:solidFill>
                  <a:srgbClr val="761923"/>
                </a:solidFill>
                <a:latin typeface="Aptos"/>
              </a:rPr>
              <a:t>Step 4: Check Seats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03136" y="2240280"/>
            <a:ext cx="4251959" cy="338327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250" b="0">
                <a:solidFill>
                  <a:srgbClr val="232326"/>
                </a:solidFill>
                <a:latin typeface="Aptos"/>
              </a:rPr>
              <a:t>Display each seat as AVAILABLE or BOOKED.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44768" y="2880360"/>
            <a:ext cx="5074920" cy="1051560"/>
          </a:xfrm>
          <a:prstGeom prst="roundRect">
            <a:avLst/>
          </a:prstGeom>
          <a:solidFill>
            <a:srgbClr val="FCFAF6"/>
          </a:solidFill>
          <a:ln>
            <a:solidFill>
              <a:srgbClr val="E8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6309359" y="3044952"/>
            <a:ext cx="384048" cy="384048"/>
          </a:xfrm>
          <a:prstGeom prst="ellipse">
            <a:avLst/>
          </a:prstGeom>
          <a:solidFill>
            <a:srgbClr val="76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309359" y="3044952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03136" y="3044952"/>
            <a:ext cx="4251959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500" b="1">
                <a:solidFill>
                  <a:srgbClr val="761923"/>
                </a:solidFill>
                <a:latin typeface="Aptos"/>
              </a:rPr>
              <a:t>Step 5: Book Seat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03136" y="3447288"/>
            <a:ext cx="4251959" cy="338327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 fontScale="77500" lnSpcReduction="20000"/>
          </a:bodyPr>
          <a:lstStyle/>
          <a:p>
            <a:pPr algn="l"/>
            <a:r>
              <a:rPr sz="1250" b="0">
                <a:solidFill>
                  <a:srgbClr val="232326"/>
                </a:solidFill>
                <a:latin typeface="Aptos"/>
              </a:rPr>
              <a:t>Accept seat number and prevent booking if the seat is already booked.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44768" y="4087368"/>
            <a:ext cx="5074920" cy="1051560"/>
          </a:xfrm>
          <a:prstGeom prst="roundRect">
            <a:avLst/>
          </a:prstGeom>
          <a:solidFill>
            <a:srgbClr val="FCFAF6"/>
          </a:solidFill>
          <a:ln>
            <a:solidFill>
              <a:srgbClr val="E8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6309359" y="4251959"/>
            <a:ext cx="384048" cy="384048"/>
          </a:xfrm>
          <a:prstGeom prst="ellipse">
            <a:avLst/>
          </a:prstGeom>
          <a:solidFill>
            <a:srgbClr val="76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309359" y="4251959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03136" y="4251959"/>
            <a:ext cx="4251959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500" b="1">
                <a:solidFill>
                  <a:srgbClr val="761923"/>
                </a:solidFill>
                <a:latin typeface="Aptos"/>
              </a:rPr>
              <a:t>Step 6: Store Booking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03136" y="4654296"/>
            <a:ext cx="4251959" cy="338327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 fontScale="85000" lnSpcReduction="10000"/>
          </a:bodyPr>
          <a:lstStyle/>
          <a:p>
            <a:pPr algn="l"/>
            <a:r>
              <a:rPr sz="1250" b="0">
                <a:solidFill>
                  <a:srgbClr val="232326"/>
                </a:solidFill>
                <a:latin typeface="Aptos"/>
              </a:rPr>
              <a:t>Take customer name, update seat status and add booking details.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1248" y="6272784"/>
            <a:ext cx="164592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950" b="0">
                <a:solidFill>
                  <a:srgbClr val="5C5C62"/>
                </a:solidFill>
                <a:latin typeface="Aptos"/>
              </a:rPr>
              <a:t>22/09/2026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561320" y="6272784"/>
            <a:ext cx="50292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r"/>
            <a:r>
              <a:rPr sz="950" b="0">
                <a:solidFill>
                  <a:srgbClr val="5C5C62"/>
                </a:solidFill>
                <a:latin typeface="Aptos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5768334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41248" y="868680"/>
            <a:ext cx="658368" cy="64008"/>
          </a:xfrm>
          <a:prstGeom prst="rect">
            <a:avLst/>
          </a:prstGeom>
          <a:solidFill>
            <a:srgbClr val="761923"/>
          </a:solidFill>
          <a:ln>
            <a:solidFill>
              <a:srgbClr val="7619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41248" y="1005840"/>
            <a:ext cx="91440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2700" b="1">
                <a:solidFill>
                  <a:srgbClr val="232326"/>
                </a:solidFill>
                <a:latin typeface="Aptos"/>
              </a:rPr>
              <a:t>Booking Flow &amp; Testing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61320" y="987552"/>
            <a:ext cx="594360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r"/>
            <a:r>
              <a:rPr sz="1300" b="1">
                <a:solidFill>
                  <a:srgbClr val="761923"/>
                </a:solidFill>
                <a:latin typeface="Aptos"/>
              </a:rP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1664208"/>
            <a:ext cx="4937760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700" b="1">
                <a:solidFill>
                  <a:srgbClr val="761923"/>
                </a:solidFill>
                <a:latin typeface="Aptos"/>
              </a:rPr>
              <a:t>Booking 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" y="2084831"/>
            <a:ext cx="4800600" cy="3108960"/>
          </a:xfrm>
          <a:prstGeom prst="rect">
            <a:avLst/>
          </a:prstGeom>
          <a:noFill/>
        </p:spPr>
        <p:txBody>
          <a:bodyPr wrap="square" lIns="73152" tIns="54864" rIns="73152" bIns="54864">
            <a:spAutoFit/>
          </a:bodyPr>
          <a:lstStyle/>
          <a:p>
            <a:pPr>
              <a:spcAft>
                <a:spcPts val="600"/>
              </a:spcAft>
              <a:defRPr sz="1450" b="0">
                <a:solidFill>
                  <a:srgbClr val="232326"/>
                </a:solidFill>
                <a:latin typeface="Aptos"/>
              </a:defRPr>
            </a:pPr>
            <a:r>
              <a:t>• Select movie</a:t>
            </a:r>
          </a:p>
          <a:p>
            <a:pPr>
              <a:spcAft>
                <a:spcPts val="600"/>
              </a:spcAft>
              <a:defRPr sz="1450" b="0">
                <a:solidFill>
                  <a:srgbClr val="232326"/>
                </a:solidFill>
                <a:latin typeface="Aptos"/>
              </a:defRPr>
            </a:pPr>
            <a:r>
              <a:t>• Select show timing</a:t>
            </a:r>
          </a:p>
          <a:p>
            <a:pPr>
              <a:spcAft>
                <a:spcPts val="600"/>
              </a:spcAft>
              <a:defRPr sz="1450" b="0">
                <a:solidFill>
                  <a:srgbClr val="232326"/>
                </a:solidFill>
                <a:latin typeface="Aptos"/>
              </a:defRPr>
            </a:pPr>
            <a:r>
              <a:t>• Check seat availability</a:t>
            </a:r>
          </a:p>
          <a:p>
            <a:pPr>
              <a:spcAft>
                <a:spcPts val="600"/>
              </a:spcAft>
              <a:defRPr sz="1450" b="0">
                <a:solidFill>
                  <a:srgbClr val="232326"/>
                </a:solidFill>
                <a:latin typeface="Aptos"/>
              </a:defRPr>
            </a:pPr>
            <a:r>
              <a:t>• Enter seat number</a:t>
            </a:r>
          </a:p>
          <a:p>
            <a:pPr>
              <a:spcAft>
                <a:spcPts val="600"/>
              </a:spcAft>
              <a:defRPr sz="1450" b="0">
                <a:solidFill>
                  <a:srgbClr val="232326"/>
                </a:solidFill>
                <a:latin typeface="Aptos"/>
              </a:defRPr>
            </a:pPr>
            <a:r>
              <a:t>• Enter customer name</a:t>
            </a:r>
          </a:p>
          <a:p>
            <a:pPr>
              <a:spcAft>
                <a:spcPts val="600"/>
              </a:spcAft>
              <a:defRPr sz="1450" b="0">
                <a:solidFill>
                  <a:srgbClr val="232326"/>
                </a:solidFill>
                <a:latin typeface="Aptos"/>
              </a:defRPr>
            </a:pPr>
            <a:r>
              <a:t>• Display booking successful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44768" y="1664208"/>
            <a:ext cx="4937760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700" b="1">
                <a:solidFill>
                  <a:srgbClr val="761923"/>
                </a:solidFill>
                <a:latin typeface="Aptos"/>
              </a:rPr>
              <a:t>Testing Checklist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99632" y="2084831"/>
            <a:ext cx="4800600" cy="3291840"/>
          </a:xfrm>
          <a:prstGeom prst="rect">
            <a:avLst/>
          </a:prstGeom>
          <a:noFill/>
        </p:spPr>
        <p:txBody>
          <a:bodyPr wrap="square" lIns="73152" tIns="54864" rIns="73152" bIns="54864">
            <a:spAutoFit/>
          </a:bodyPr>
          <a:lstStyle/>
          <a:p>
            <a:pPr>
              <a:spcAft>
                <a:spcPts val="500"/>
              </a:spcAft>
              <a:defRPr sz="1420" b="0">
                <a:solidFill>
                  <a:srgbClr val="232326"/>
                </a:solidFill>
                <a:latin typeface="Aptos"/>
              </a:defRPr>
            </a:pPr>
            <a:r>
              <a:t>• View movies and timings</a:t>
            </a:r>
          </a:p>
          <a:p>
            <a:pPr>
              <a:spcAft>
                <a:spcPts val="500"/>
              </a:spcAft>
              <a:defRPr sz="1420" b="0">
                <a:solidFill>
                  <a:srgbClr val="232326"/>
                </a:solidFill>
                <a:latin typeface="Aptos"/>
              </a:defRPr>
            </a:pPr>
            <a:r>
              <a:t>• Test valid and invalid movie selection</a:t>
            </a:r>
          </a:p>
          <a:p>
            <a:pPr>
              <a:spcAft>
                <a:spcPts val="500"/>
              </a:spcAft>
              <a:defRPr sz="1420" b="0">
                <a:solidFill>
                  <a:srgbClr val="232326"/>
                </a:solidFill>
                <a:latin typeface="Aptos"/>
              </a:defRPr>
            </a:pPr>
            <a:r>
              <a:t>• Test valid and invalid timing</a:t>
            </a:r>
          </a:p>
          <a:p>
            <a:pPr>
              <a:spcAft>
                <a:spcPts val="500"/>
              </a:spcAft>
              <a:defRPr sz="1420" b="0">
                <a:solidFill>
                  <a:srgbClr val="232326"/>
                </a:solidFill>
                <a:latin typeface="Aptos"/>
              </a:defRPr>
            </a:pPr>
            <a:r>
              <a:t>• Check AVAILABLE / BOOKED seats</a:t>
            </a:r>
          </a:p>
          <a:p>
            <a:pPr>
              <a:spcAft>
                <a:spcPts val="500"/>
              </a:spcAft>
              <a:defRPr sz="1420" b="0">
                <a:solidFill>
                  <a:srgbClr val="232326"/>
                </a:solidFill>
                <a:latin typeface="Aptos"/>
              </a:defRPr>
            </a:pPr>
            <a:r>
              <a:t>• Try booking an already booked seat</a:t>
            </a:r>
          </a:p>
          <a:p>
            <a:pPr>
              <a:spcAft>
                <a:spcPts val="500"/>
              </a:spcAft>
              <a:defRPr sz="1420" b="0">
                <a:solidFill>
                  <a:srgbClr val="232326"/>
                </a:solidFill>
                <a:latin typeface="Aptos"/>
              </a:defRPr>
            </a:pPr>
            <a:r>
              <a:t>• View booking details and add a movie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6272784"/>
            <a:ext cx="164592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950" b="0">
                <a:solidFill>
                  <a:srgbClr val="5C5C62"/>
                </a:solidFill>
                <a:latin typeface="Aptos"/>
              </a:rPr>
              <a:t>22/09/2026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61320" y="6272784"/>
            <a:ext cx="50292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r"/>
            <a:r>
              <a:rPr sz="950" b="0">
                <a:solidFill>
                  <a:srgbClr val="5C5C62"/>
                </a:solidFill>
                <a:latin typeface="Aptos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33318527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41248" y="868680"/>
            <a:ext cx="658368" cy="64008"/>
          </a:xfrm>
          <a:prstGeom prst="rect">
            <a:avLst/>
          </a:prstGeom>
          <a:solidFill>
            <a:srgbClr val="761923"/>
          </a:solidFill>
          <a:ln>
            <a:solidFill>
              <a:srgbClr val="7619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41248" y="1005840"/>
            <a:ext cx="91440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2700" b="1">
                <a:solidFill>
                  <a:srgbClr val="232326"/>
                </a:solidFill>
                <a:latin typeface="Aptos"/>
              </a:rPr>
              <a:t>Understanding 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61320" y="987552"/>
            <a:ext cx="594360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r"/>
            <a:r>
              <a:rPr sz="1300" b="1">
                <a:solidFill>
                  <a:srgbClr val="761923"/>
                </a:solidFill>
                <a:latin typeface="Aptos"/>
              </a:rPr>
              <a:t>07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41248" y="1737360"/>
            <a:ext cx="10378440" cy="3611880"/>
          </a:xfrm>
          <a:prstGeom prst="roundRect">
            <a:avLst/>
          </a:prstGeom>
          <a:solidFill>
            <a:srgbClr val="F8F5EF"/>
          </a:solidFill>
          <a:ln>
            <a:solidFill>
              <a:srgbClr val="E8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43000" y="2057400"/>
            <a:ext cx="182880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 lnSpcReduction="10000"/>
          </a:bodyPr>
          <a:lstStyle/>
          <a:p>
            <a:pPr algn="l"/>
            <a:r>
              <a:rPr sz="1700" b="1">
                <a:solidFill>
                  <a:srgbClr val="761923"/>
                </a:solidFill>
                <a:latin typeface="Aptos"/>
              </a:rPr>
              <a:t>The Need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2487168"/>
            <a:ext cx="9738360" cy="7315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700" b="0">
                <a:solidFill>
                  <a:srgbClr val="232326"/>
                </a:solidFill>
                <a:latin typeface="Aptos"/>
              </a:rPr>
              <a:t>Traditional ticket booking may require customers to wait in queues or depend on manual records to check seat availability.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3401568"/>
            <a:ext cx="182880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 lnSpcReduction="10000"/>
          </a:bodyPr>
          <a:lstStyle/>
          <a:p>
            <a:pPr algn="l"/>
            <a:r>
              <a:rPr sz="1700" b="1">
                <a:solidFill>
                  <a:srgbClr val="761923"/>
                </a:solidFill>
                <a:latin typeface="Aptos"/>
              </a:rPr>
              <a:t>The Solution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831336"/>
            <a:ext cx="9738360" cy="10515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600" b="0">
                <a:solidFill>
                  <a:srgbClr val="232326"/>
                </a:solidFill>
                <a:latin typeface="Aptos"/>
              </a:rPr>
              <a:t>The Cinema Seat Booking System provides a digital solution to organize movie details, show timings, seats and booking information. It helps users reserve preferred seats and helps administrators manage schedules, availability and customer bookings.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4864608"/>
            <a:ext cx="137160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 lnSpcReduction="10000"/>
          </a:bodyPr>
          <a:lstStyle/>
          <a:p>
            <a:pPr algn="l"/>
            <a:r>
              <a:rPr sz="1700" b="1">
                <a:solidFill>
                  <a:srgbClr val="761923"/>
                </a:solidFill>
                <a:latin typeface="Aptos"/>
              </a:rPr>
              <a:t>Result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57400" y="4864608"/>
            <a:ext cx="873252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550" b="0">
                <a:solidFill>
                  <a:srgbClr val="232326"/>
                </a:solidFill>
                <a:latin typeface="Aptos"/>
              </a:rPr>
              <a:t>It reduces manual work, saves time, improves accuracy and helps avoid duplicate bookings.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" y="6272784"/>
            <a:ext cx="164592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950" b="0">
                <a:solidFill>
                  <a:srgbClr val="5C5C62"/>
                </a:solidFill>
                <a:latin typeface="Aptos"/>
              </a:rPr>
              <a:t>22/09/2026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61320" y="6272784"/>
            <a:ext cx="50292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r"/>
            <a:r>
              <a:rPr sz="950" b="0">
                <a:solidFill>
                  <a:srgbClr val="5C5C62"/>
                </a:solidFill>
                <a:latin typeface="Aptos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39800905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41248" y="868680"/>
            <a:ext cx="658368" cy="64008"/>
          </a:xfrm>
          <a:prstGeom prst="rect">
            <a:avLst/>
          </a:prstGeom>
          <a:solidFill>
            <a:srgbClr val="761923"/>
          </a:solidFill>
          <a:ln>
            <a:solidFill>
              <a:srgbClr val="7619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41248" y="1005840"/>
            <a:ext cx="91440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2700" b="1">
                <a:solidFill>
                  <a:srgbClr val="232326"/>
                </a:solidFill>
                <a:latin typeface="Aptos"/>
              </a:rPr>
              <a:t>CO 1 Topics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61320" y="987552"/>
            <a:ext cx="594360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r"/>
            <a:r>
              <a:rPr sz="1300" b="1">
                <a:solidFill>
                  <a:srgbClr val="761923"/>
                </a:solidFill>
                <a:latin typeface="Aptos"/>
              </a:rPr>
              <a:t>08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41248" y="1664208"/>
            <a:ext cx="5074920" cy="1051560"/>
          </a:xfrm>
          <a:prstGeom prst="roundRect">
            <a:avLst/>
          </a:prstGeom>
          <a:solidFill>
            <a:srgbClr val="FCFAF6"/>
          </a:solidFill>
          <a:ln>
            <a:solidFill>
              <a:srgbClr val="E8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005840" y="1828800"/>
            <a:ext cx="384048" cy="384048"/>
          </a:xfrm>
          <a:prstGeom prst="ellipse">
            <a:avLst/>
          </a:prstGeom>
          <a:solidFill>
            <a:srgbClr val="76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99616" y="1828800"/>
            <a:ext cx="4251959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500" b="1">
                <a:solidFill>
                  <a:srgbClr val="761923"/>
                </a:solidFill>
                <a:latin typeface="Aptos"/>
              </a:rPr>
              <a:t>Variables &amp; Data Types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99616" y="2231136"/>
            <a:ext cx="4251959" cy="338327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 fontScale="77500" lnSpcReduction="20000"/>
          </a:bodyPr>
          <a:lstStyle/>
          <a:p>
            <a:pPr algn="l"/>
            <a:r>
              <a:rPr sz="1250" b="0">
                <a:solidFill>
                  <a:srgbClr val="232326"/>
                </a:solidFill>
                <a:latin typeface="Aptos"/>
              </a:rPr>
              <a:t>Store movie names, show timings, seat status, customer names and booking choices.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41248" y="2880360"/>
            <a:ext cx="5074920" cy="1051560"/>
          </a:xfrm>
          <a:prstGeom prst="roundRect">
            <a:avLst/>
          </a:prstGeom>
          <a:solidFill>
            <a:srgbClr val="FCFAF6"/>
          </a:solidFill>
          <a:ln>
            <a:solidFill>
              <a:srgbClr val="E8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1005840" y="3044952"/>
            <a:ext cx="384048" cy="384048"/>
          </a:xfrm>
          <a:prstGeom prst="ellipse">
            <a:avLst/>
          </a:prstGeom>
          <a:solidFill>
            <a:srgbClr val="76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05840" y="3044952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99616" y="3044952"/>
            <a:ext cx="4251959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500" b="1">
                <a:solidFill>
                  <a:srgbClr val="761923"/>
                </a:solidFill>
                <a:latin typeface="Aptos"/>
              </a:rPr>
              <a:t>Scanner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99616" y="3447288"/>
            <a:ext cx="4251959" cy="338327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 fontScale="77500" lnSpcReduction="20000"/>
          </a:bodyPr>
          <a:lstStyle/>
          <a:p>
            <a:pPr algn="l"/>
            <a:r>
              <a:rPr sz="1250" b="0">
                <a:solidFill>
                  <a:srgbClr val="232326"/>
                </a:solidFill>
                <a:latin typeface="Aptos"/>
              </a:rPr>
              <a:t>Take menu choices, movie numbers, timings, seat numbers and customer names as input.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41248" y="4096512"/>
            <a:ext cx="5074920" cy="1051560"/>
          </a:xfrm>
          <a:prstGeom prst="roundRect">
            <a:avLst/>
          </a:prstGeom>
          <a:solidFill>
            <a:srgbClr val="FCFAF6"/>
          </a:solidFill>
          <a:ln>
            <a:solidFill>
              <a:srgbClr val="E8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1005840" y="4261104"/>
            <a:ext cx="384048" cy="384048"/>
          </a:xfrm>
          <a:prstGeom prst="ellipse">
            <a:avLst/>
          </a:prstGeom>
          <a:solidFill>
            <a:srgbClr val="76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05840" y="4261104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99616" y="4261104"/>
            <a:ext cx="4251959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500" b="1">
                <a:solidFill>
                  <a:srgbClr val="761923"/>
                </a:solidFill>
                <a:latin typeface="Aptos"/>
              </a:rPr>
              <a:t>Arrays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99616" y="4663440"/>
            <a:ext cx="4251959" cy="338327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 fontScale="77500" lnSpcReduction="20000"/>
          </a:bodyPr>
          <a:lstStyle/>
          <a:p>
            <a:pPr algn="l"/>
            <a:r>
              <a:rPr sz="1250" b="0">
                <a:solidFill>
                  <a:srgbClr val="232326"/>
                </a:solidFill>
                <a:latin typeface="Aptos"/>
              </a:rPr>
              <a:t>Use 1D and 2D arrays to organize movies, show timings and seat status.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44768" y="1664208"/>
            <a:ext cx="5074920" cy="1051560"/>
          </a:xfrm>
          <a:prstGeom prst="roundRect">
            <a:avLst/>
          </a:prstGeom>
          <a:solidFill>
            <a:srgbClr val="FCFAF6"/>
          </a:solidFill>
          <a:ln>
            <a:solidFill>
              <a:srgbClr val="E8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6309359" y="1828800"/>
            <a:ext cx="384048" cy="384048"/>
          </a:xfrm>
          <a:prstGeom prst="ellipse">
            <a:avLst/>
          </a:prstGeom>
          <a:solidFill>
            <a:srgbClr val="76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309359" y="1828800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03136" y="1828800"/>
            <a:ext cx="4251959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500" b="1">
                <a:solidFill>
                  <a:srgbClr val="761923"/>
                </a:solidFill>
                <a:latin typeface="Aptos"/>
              </a:rPr>
              <a:t>ArrayList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03136" y="2231136"/>
            <a:ext cx="4251959" cy="338327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250" b="0">
                <a:solidFill>
                  <a:srgbClr val="232326"/>
                </a:solidFill>
                <a:latin typeface="Aptos"/>
              </a:rPr>
              <a:t>Store multiple booking details dynamically.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44768" y="2880360"/>
            <a:ext cx="5074920" cy="1051560"/>
          </a:xfrm>
          <a:prstGeom prst="roundRect">
            <a:avLst/>
          </a:prstGeom>
          <a:solidFill>
            <a:srgbClr val="FCFAF6"/>
          </a:solidFill>
          <a:ln>
            <a:solidFill>
              <a:srgbClr val="E8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6309359" y="3044952"/>
            <a:ext cx="384048" cy="384048"/>
          </a:xfrm>
          <a:prstGeom prst="ellipse">
            <a:avLst/>
          </a:prstGeom>
          <a:solidFill>
            <a:srgbClr val="76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309359" y="3044952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03136" y="3044952"/>
            <a:ext cx="4251959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500" b="1">
                <a:solidFill>
                  <a:srgbClr val="761923"/>
                </a:solidFill>
                <a:latin typeface="Aptos"/>
              </a:rPr>
              <a:t>Operators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03136" y="3447288"/>
            <a:ext cx="4251959" cy="338327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 fontScale="77500" lnSpcReduction="20000"/>
          </a:bodyPr>
          <a:lstStyle/>
          <a:p>
            <a:pPr algn="l"/>
            <a:r>
              <a:rPr sz="1250" b="0">
                <a:solidFill>
                  <a:srgbClr val="232326"/>
                </a:solidFill>
                <a:latin typeface="Aptos"/>
              </a:rPr>
              <a:t>Use comparison and logical conditions to validate movie, timing and seat selections.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44768" y="4096512"/>
            <a:ext cx="5074920" cy="1051560"/>
          </a:xfrm>
          <a:prstGeom prst="roundRect">
            <a:avLst/>
          </a:prstGeom>
          <a:solidFill>
            <a:srgbClr val="FCFAF6"/>
          </a:solidFill>
          <a:ln>
            <a:solidFill>
              <a:srgbClr val="E8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6309359" y="4261104"/>
            <a:ext cx="384048" cy="384048"/>
          </a:xfrm>
          <a:prstGeom prst="ellipse">
            <a:avLst/>
          </a:prstGeom>
          <a:solidFill>
            <a:srgbClr val="76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309359" y="4261104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03136" y="4261104"/>
            <a:ext cx="4251959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500" b="1">
                <a:solidFill>
                  <a:srgbClr val="761923"/>
                </a:solidFill>
                <a:latin typeface="Aptos"/>
              </a:rPr>
              <a:t>Methods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03136" y="4663440"/>
            <a:ext cx="4251959" cy="338327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 fontScale="77500" lnSpcReduction="20000"/>
          </a:bodyPr>
          <a:lstStyle/>
          <a:p>
            <a:pPr algn="l"/>
            <a:r>
              <a:rPr sz="1250" b="0">
                <a:solidFill>
                  <a:srgbClr val="232326"/>
                </a:solidFill>
                <a:latin typeface="Aptos"/>
              </a:rPr>
              <a:t>Separate functions such as viewMovies(), bookTicket(), viewBookings() and addMovie().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1248" y="6272784"/>
            <a:ext cx="164592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950" b="0">
                <a:solidFill>
                  <a:srgbClr val="5C5C62"/>
                </a:solidFill>
                <a:latin typeface="Aptos"/>
              </a:rPr>
              <a:t>22/09/2026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561320" y="6272784"/>
            <a:ext cx="50292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r"/>
            <a:r>
              <a:rPr sz="950" b="0">
                <a:solidFill>
                  <a:srgbClr val="5C5C62"/>
                </a:solidFill>
                <a:latin typeface="Aptos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41042427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41248" y="868680"/>
            <a:ext cx="658368" cy="64008"/>
          </a:xfrm>
          <a:prstGeom prst="rect">
            <a:avLst/>
          </a:prstGeom>
          <a:solidFill>
            <a:srgbClr val="761923"/>
          </a:solidFill>
          <a:ln>
            <a:solidFill>
              <a:srgbClr val="7619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41248" y="1005840"/>
            <a:ext cx="91440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2700" b="1">
                <a:solidFill>
                  <a:srgbClr val="232326"/>
                </a:solidFill>
                <a:latin typeface="Aptos"/>
              </a:rPr>
              <a:t>CO 2 Topics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61320" y="987552"/>
            <a:ext cx="594360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r"/>
            <a:r>
              <a:rPr sz="1300" b="1">
                <a:solidFill>
                  <a:srgbClr val="761923"/>
                </a:solidFill>
                <a:latin typeface="Aptos"/>
              </a:rPr>
              <a:t>09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41248" y="1691640"/>
            <a:ext cx="5074920" cy="1097280"/>
          </a:xfrm>
          <a:prstGeom prst="roundRect">
            <a:avLst/>
          </a:prstGeom>
          <a:solidFill>
            <a:srgbClr val="FCFAF6"/>
          </a:solidFill>
          <a:ln>
            <a:solidFill>
              <a:srgbClr val="E8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005840" y="1856232"/>
            <a:ext cx="384048" cy="384048"/>
          </a:xfrm>
          <a:prstGeom prst="ellipse">
            <a:avLst/>
          </a:prstGeom>
          <a:solidFill>
            <a:srgbClr val="76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5840" y="1856232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99616" y="1856232"/>
            <a:ext cx="4251959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500" b="1">
                <a:solidFill>
                  <a:srgbClr val="761923"/>
                </a:solidFill>
                <a:latin typeface="Aptos"/>
              </a:rPr>
              <a:t>if-else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99616" y="2258568"/>
            <a:ext cx="4251959" cy="384047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 fontScale="92500" lnSpcReduction="20000"/>
          </a:bodyPr>
          <a:lstStyle/>
          <a:p>
            <a:pPr algn="l"/>
            <a:r>
              <a:rPr sz="1250" b="0">
                <a:solidFill>
                  <a:srgbClr val="232326"/>
                </a:solidFill>
                <a:latin typeface="Aptos"/>
              </a:rPr>
              <a:t>Check whether a selected seat is already booked and decide the booking result.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41248" y="2944368"/>
            <a:ext cx="5074920" cy="1097280"/>
          </a:xfrm>
          <a:prstGeom prst="roundRect">
            <a:avLst/>
          </a:prstGeom>
          <a:solidFill>
            <a:srgbClr val="FCFAF6"/>
          </a:solidFill>
          <a:ln>
            <a:solidFill>
              <a:srgbClr val="E8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1005840" y="3108960"/>
            <a:ext cx="384048" cy="384048"/>
          </a:xfrm>
          <a:prstGeom prst="ellipse">
            <a:avLst/>
          </a:prstGeom>
          <a:solidFill>
            <a:srgbClr val="76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05840" y="3108960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99616" y="3108960"/>
            <a:ext cx="4251959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500" b="1">
                <a:solidFill>
                  <a:srgbClr val="761923"/>
                </a:solidFill>
                <a:latin typeface="Aptos"/>
              </a:rPr>
              <a:t>if Conditions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99616" y="3511296"/>
            <a:ext cx="4251959" cy="384047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250" b="0">
                <a:solidFill>
                  <a:srgbClr val="232326"/>
                </a:solidFill>
                <a:latin typeface="Aptos"/>
              </a:rPr>
              <a:t>Validate movie numbers, show timings and seat numbers.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41248" y="4197096"/>
            <a:ext cx="5074920" cy="1097280"/>
          </a:xfrm>
          <a:prstGeom prst="roundRect">
            <a:avLst/>
          </a:prstGeom>
          <a:solidFill>
            <a:srgbClr val="FCFAF6"/>
          </a:solidFill>
          <a:ln>
            <a:solidFill>
              <a:srgbClr val="E8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1005840" y="4361688"/>
            <a:ext cx="384048" cy="384048"/>
          </a:xfrm>
          <a:prstGeom prst="ellipse">
            <a:avLst/>
          </a:prstGeom>
          <a:solidFill>
            <a:srgbClr val="76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05840" y="4361688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99616" y="4361688"/>
            <a:ext cx="4251959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500" b="1">
                <a:solidFill>
                  <a:srgbClr val="761923"/>
                </a:solidFill>
                <a:latin typeface="Aptos"/>
              </a:rPr>
              <a:t>for Loop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99616" y="4764024"/>
            <a:ext cx="4251959" cy="384047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250" b="0">
                <a:solidFill>
                  <a:srgbClr val="232326"/>
                </a:solidFill>
                <a:latin typeface="Aptos"/>
              </a:rPr>
              <a:t>Display movies, show timings and seat availability.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44768" y="1691640"/>
            <a:ext cx="5074920" cy="1097280"/>
          </a:xfrm>
          <a:prstGeom prst="roundRect">
            <a:avLst/>
          </a:prstGeom>
          <a:solidFill>
            <a:srgbClr val="FCFAF6"/>
          </a:solidFill>
          <a:ln>
            <a:solidFill>
              <a:srgbClr val="E8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6309359" y="1856232"/>
            <a:ext cx="384048" cy="384048"/>
          </a:xfrm>
          <a:prstGeom prst="ellipse">
            <a:avLst/>
          </a:prstGeom>
          <a:solidFill>
            <a:srgbClr val="76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309359" y="1856232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03136" y="1856232"/>
            <a:ext cx="4251959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500" b="1">
                <a:solidFill>
                  <a:srgbClr val="761923"/>
                </a:solidFill>
                <a:latin typeface="Aptos"/>
              </a:rPr>
              <a:t>do-while Loop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03136" y="2258568"/>
            <a:ext cx="4251959" cy="384047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250" b="0">
                <a:solidFill>
                  <a:srgbClr val="232326"/>
                </a:solidFill>
                <a:latin typeface="Aptos"/>
              </a:rPr>
              <a:t>Keep displaying the main menu until the user chooses Exit.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44768" y="2944368"/>
            <a:ext cx="5074920" cy="1097280"/>
          </a:xfrm>
          <a:prstGeom prst="roundRect">
            <a:avLst/>
          </a:prstGeom>
          <a:solidFill>
            <a:srgbClr val="FCFAF6"/>
          </a:solidFill>
          <a:ln>
            <a:solidFill>
              <a:srgbClr val="E8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6309359" y="3108960"/>
            <a:ext cx="384048" cy="384048"/>
          </a:xfrm>
          <a:prstGeom prst="ellipse">
            <a:avLst/>
          </a:prstGeom>
          <a:solidFill>
            <a:srgbClr val="76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309359" y="3108960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03136" y="3108960"/>
            <a:ext cx="4251959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500" b="1">
                <a:solidFill>
                  <a:srgbClr val="761923"/>
                </a:solidFill>
                <a:latin typeface="Aptos"/>
              </a:rPr>
              <a:t>switch Statement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03136" y="3511296"/>
            <a:ext cx="4251959" cy="384047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250" b="0">
                <a:solidFill>
                  <a:srgbClr val="232326"/>
                </a:solidFill>
                <a:latin typeface="Aptos"/>
              </a:rPr>
              <a:t>Handle the five main menu choices.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44768" y="4197096"/>
            <a:ext cx="5074920" cy="1097280"/>
          </a:xfrm>
          <a:prstGeom prst="roundRect">
            <a:avLst/>
          </a:prstGeom>
          <a:solidFill>
            <a:srgbClr val="FCFAF6"/>
          </a:solidFill>
          <a:ln>
            <a:solidFill>
              <a:srgbClr val="E8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6309359" y="4361688"/>
            <a:ext cx="384048" cy="384048"/>
          </a:xfrm>
          <a:prstGeom prst="ellipse">
            <a:avLst/>
          </a:prstGeom>
          <a:solidFill>
            <a:srgbClr val="76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309359" y="4361688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03136" y="4361688"/>
            <a:ext cx="4251959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500" b="1">
                <a:solidFill>
                  <a:srgbClr val="761923"/>
                </a:solidFill>
                <a:latin typeface="Aptos"/>
              </a:rPr>
              <a:t>Input Validation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03136" y="4764024"/>
            <a:ext cx="4251959" cy="384047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 fontScale="92500" lnSpcReduction="20000"/>
          </a:bodyPr>
          <a:lstStyle/>
          <a:p>
            <a:pPr algn="l"/>
            <a:r>
              <a:rPr sz="1250" b="0">
                <a:solidFill>
                  <a:srgbClr val="232326"/>
                </a:solidFill>
                <a:latin typeface="Aptos"/>
              </a:rPr>
              <a:t>Display suitable messages for invalid selections and already booked seats.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1248" y="6272784"/>
            <a:ext cx="164592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950" b="0">
                <a:solidFill>
                  <a:srgbClr val="5C5C62"/>
                </a:solidFill>
                <a:latin typeface="Aptos"/>
              </a:rPr>
              <a:t>22/09/2026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561320" y="6272784"/>
            <a:ext cx="50292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r"/>
            <a:r>
              <a:rPr sz="950" b="0">
                <a:solidFill>
                  <a:srgbClr val="5C5C62"/>
                </a:solidFill>
                <a:latin typeface="Aptos"/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41781117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41248" y="868680"/>
            <a:ext cx="658368" cy="64008"/>
          </a:xfrm>
          <a:prstGeom prst="rect">
            <a:avLst/>
          </a:prstGeom>
          <a:solidFill>
            <a:srgbClr val="761923"/>
          </a:solidFill>
          <a:ln>
            <a:solidFill>
              <a:srgbClr val="7619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41248" y="1005840"/>
            <a:ext cx="91440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2700" b="1">
                <a:solidFill>
                  <a:srgbClr val="232326"/>
                </a:solidFill>
                <a:latin typeface="Aptos"/>
              </a:rPr>
              <a:t>CO 3 Topics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61320" y="987552"/>
            <a:ext cx="594360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r"/>
            <a:r>
              <a:rPr sz="1300" b="1">
                <a:solidFill>
                  <a:srgbClr val="761923"/>
                </a:solidFill>
                <a:latin typeface="Aptos"/>
              </a:rPr>
              <a:t>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41248" y="1691640"/>
            <a:ext cx="5074920" cy="1143000"/>
          </a:xfrm>
          <a:prstGeom prst="roundRect">
            <a:avLst/>
          </a:prstGeom>
          <a:solidFill>
            <a:srgbClr val="FCFAF6"/>
          </a:solidFill>
          <a:ln>
            <a:solidFill>
              <a:srgbClr val="E8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005840" y="1856232"/>
            <a:ext cx="384048" cy="384048"/>
          </a:xfrm>
          <a:prstGeom prst="ellipse">
            <a:avLst/>
          </a:prstGeom>
          <a:solidFill>
            <a:srgbClr val="76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5840" y="1856232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99616" y="1856232"/>
            <a:ext cx="4251959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500" b="1">
                <a:solidFill>
                  <a:srgbClr val="761923"/>
                </a:solidFill>
                <a:latin typeface="Aptos"/>
              </a:rPr>
              <a:t>1D Array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99616" y="2258568"/>
            <a:ext cx="4251959" cy="4297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250" b="0">
                <a:solidFill>
                  <a:srgbClr val="232326"/>
                </a:solidFill>
                <a:latin typeface="Aptos"/>
              </a:rPr>
              <a:t>Store the list of movie names.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41248" y="2999232"/>
            <a:ext cx="5074920" cy="1143000"/>
          </a:xfrm>
          <a:prstGeom prst="roundRect">
            <a:avLst/>
          </a:prstGeom>
          <a:solidFill>
            <a:srgbClr val="FCFAF6"/>
          </a:solidFill>
          <a:ln>
            <a:solidFill>
              <a:srgbClr val="E8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1005840" y="3163824"/>
            <a:ext cx="384048" cy="384048"/>
          </a:xfrm>
          <a:prstGeom prst="ellipse">
            <a:avLst/>
          </a:prstGeom>
          <a:solidFill>
            <a:srgbClr val="76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05840" y="3163824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99616" y="3163824"/>
            <a:ext cx="4251959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500" b="1">
                <a:solidFill>
                  <a:srgbClr val="761923"/>
                </a:solidFill>
                <a:latin typeface="Aptos"/>
              </a:rPr>
              <a:t>2D Arrays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99616" y="3566160"/>
            <a:ext cx="4251959" cy="4297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250" b="0">
                <a:solidFill>
                  <a:srgbClr val="232326"/>
                </a:solidFill>
                <a:latin typeface="Aptos"/>
              </a:rPr>
              <a:t>Store show timings and seat status for multiple movies.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41248" y="4306824"/>
            <a:ext cx="5074920" cy="1143000"/>
          </a:xfrm>
          <a:prstGeom prst="roundRect">
            <a:avLst/>
          </a:prstGeom>
          <a:solidFill>
            <a:srgbClr val="FCFAF6"/>
          </a:solidFill>
          <a:ln>
            <a:solidFill>
              <a:srgbClr val="E8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1005840" y="4471416"/>
            <a:ext cx="384048" cy="384048"/>
          </a:xfrm>
          <a:prstGeom prst="ellipse">
            <a:avLst/>
          </a:prstGeom>
          <a:solidFill>
            <a:srgbClr val="76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05840" y="4471416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99616" y="4471416"/>
            <a:ext cx="4251959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500" b="1">
                <a:solidFill>
                  <a:srgbClr val="761923"/>
                </a:solidFill>
                <a:latin typeface="Aptos"/>
              </a:rPr>
              <a:t>Array Traversal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99616" y="4873752"/>
            <a:ext cx="4251959" cy="4297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250" b="0">
                <a:solidFill>
                  <a:srgbClr val="232326"/>
                </a:solidFill>
                <a:latin typeface="Aptos"/>
              </a:rPr>
              <a:t>Use loops to access movies, timings and seats.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44768" y="1691640"/>
            <a:ext cx="5074920" cy="1143000"/>
          </a:xfrm>
          <a:prstGeom prst="roundRect">
            <a:avLst/>
          </a:prstGeom>
          <a:solidFill>
            <a:srgbClr val="FCFAF6"/>
          </a:solidFill>
          <a:ln>
            <a:solidFill>
              <a:srgbClr val="E8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6309359" y="1856232"/>
            <a:ext cx="384048" cy="384048"/>
          </a:xfrm>
          <a:prstGeom prst="ellipse">
            <a:avLst/>
          </a:prstGeom>
          <a:solidFill>
            <a:srgbClr val="76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309359" y="1856232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03136" y="1856232"/>
            <a:ext cx="4251959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500" b="1">
                <a:solidFill>
                  <a:srgbClr val="761923"/>
                </a:solidFill>
                <a:latin typeface="Aptos"/>
              </a:rPr>
              <a:t>Searching / Selection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03136" y="2258568"/>
            <a:ext cx="4251959" cy="4297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 lnSpcReduction="10000"/>
          </a:bodyPr>
          <a:lstStyle/>
          <a:p>
            <a:pPr algn="l"/>
            <a:r>
              <a:rPr sz="1250" b="0">
                <a:solidFill>
                  <a:srgbClr val="232326"/>
                </a:solidFill>
                <a:latin typeface="Aptos"/>
              </a:rPr>
              <a:t>Find the selected movie and show timing using the user's choice.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44768" y="2999232"/>
            <a:ext cx="5074920" cy="1143000"/>
          </a:xfrm>
          <a:prstGeom prst="roundRect">
            <a:avLst/>
          </a:prstGeom>
          <a:solidFill>
            <a:srgbClr val="FCFAF6"/>
          </a:solidFill>
          <a:ln>
            <a:solidFill>
              <a:srgbClr val="E8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6309359" y="3163824"/>
            <a:ext cx="384048" cy="384048"/>
          </a:xfrm>
          <a:prstGeom prst="ellipse">
            <a:avLst/>
          </a:prstGeom>
          <a:solidFill>
            <a:srgbClr val="76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309359" y="3163824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03136" y="3163824"/>
            <a:ext cx="4251959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500" b="1">
                <a:solidFill>
                  <a:srgbClr val="761923"/>
                </a:solidFill>
                <a:latin typeface="Aptos"/>
              </a:rPr>
              <a:t>ArrayList Traversal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03136" y="3566160"/>
            <a:ext cx="4251959" cy="4297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250" b="0">
                <a:solidFill>
                  <a:srgbClr val="232326"/>
                </a:solidFill>
                <a:latin typeface="Aptos"/>
              </a:rPr>
              <a:t>Display all stored booking details.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44768" y="4306824"/>
            <a:ext cx="5074920" cy="1143000"/>
          </a:xfrm>
          <a:prstGeom prst="roundRect">
            <a:avLst/>
          </a:prstGeom>
          <a:solidFill>
            <a:srgbClr val="FCFAF6"/>
          </a:solidFill>
          <a:ln>
            <a:solidFill>
              <a:srgbClr val="E8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6309359" y="4471416"/>
            <a:ext cx="384048" cy="384048"/>
          </a:xfrm>
          <a:prstGeom prst="ellipse">
            <a:avLst/>
          </a:prstGeom>
          <a:solidFill>
            <a:srgbClr val="76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309359" y="4471416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03136" y="4471416"/>
            <a:ext cx="4251959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500" b="1">
                <a:solidFill>
                  <a:srgbClr val="761923"/>
                </a:solidFill>
                <a:latin typeface="Aptos"/>
              </a:rPr>
              <a:t>Status Update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03136" y="4873752"/>
            <a:ext cx="4251959" cy="4297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 lnSpcReduction="10000"/>
          </a:bodyPr>
          <a:lstStyle/>
          <a:p>
            <a:pPr algn="l"/>
            <a:r>
              <a:rPr sz="1250" b="0">
                <a:solidFill>
                  <a:srgbClr val="232326"/>
                </a:solidFill>
                <a:latin typeface="Aptos"/>
              </a:rPr>
              <a:t>Change a seat from AVAILABLE to BOOKED after successful reservation.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1248" y="6272784"/>
            <a:ext cx="164592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950" b="0">
                <a:solidFill>
                  <a:srgbClr val="5C5C62"/>
                </a:solidFill>
                <a:latin typeface="Aptos"/>
              </a:rPr>
              <a:t>22/09/2026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561320" y="6272784"/>
            <a:ext cx="50292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r"/>
            <a:r>
              <a:rPr sz="950" b="0">
                <a:solidFill>
                  <a:srgbClr val="5C5C62"/>
                </a:solidFill>
                <a:latin typeface="Aptos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8698754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15696" y="1056141"/>
            <a:ext cx="1993392" cy="470898"/>
          </a:xfrm>
          <a:prstGeom prst="rect">
            <a:avLst/>
          </a:prstGeom>
          <a:noFill/>
        </p:spPr>
        <p:txBody>
          <a:bodyPr wrap="square" lIns="73152" tIns="36576" rIns="73152" bIns="18288">
            <a:spAutoFit/>
          </a:bodyPr>
          <a:lstStyle/>
          <a:p>
            <a:pPr>
              <a:defRPr sz="2700" b="1">
                <a:solidFill>
                  <a:srgbClr val="70142A"/>
                </a:solidFill>
                <a:latin typeface="Aptos Display"/>
              </a:defRPr>
            </a:pPr>
            <a:r>
              <a:rPr dirty="0"/>
              <a:t>CO 4 Topics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859536"/>
            <a:ext cx="11109960" cy="32004"/>
          </a:xfrm>
          <a:prstGeom prst="rect">
            <a:avLst/>
          </a:prstGeom>
          <a:solidFill>
            <a:srgbClr val="701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66928" y="1691640"/>
            <a:ext cx="5376672" cy="1353312"/>
          </a:xfrm>
          <a:prstGeom prst="roundRect">
            <a:avLst/>
          </a:prstGeom>
          <a:solidFill>
            <a:srgbClr val="FAF7F8"/>
          </a:solidFill>
          <a:ln w="12700">
            <a:solidFill>
              <a:srgbClr val="E1DA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28016" bIns="73152" rtlCol="0" anchor="ctr"/>
          <a:lstStyle/>
          <a:p>
            <a:pPr algn="ctr">
              <a:spcAft>
                <a:spcPts val="700"/>
              </a:spcAft>
              <a:defRPr sz="1600" b="1">
                <a:solidFill>
                  <a:srgbClr val="70142A"/>
                </a:solidFill>
                <a:latin typeface="Aptos Display"/>
              </a:defRPr>
            </a:pPr>
            <a:r>
              <a:t>1   Classes &amp; Objects</a:t>
            </a:r>
          </a:p>
          <a:p>
            <a:pPr>
              <a:spcAft>
                <a:spcPts val="0"/>
              </a:spcAft>
              <a:defRPr sz="1250">
                <a:solidFill>
                  <a:srgbClr val="28282C"/>
                </a:solidFill>
                <a:latin typeface="Aptos"/>
              </a:defRPr>
            </a:pPr>
            <a:r>
              <a:t>Model Movie, Show, Seat and Booking as objects with their own data and behavior.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63640" y="1691640"/>
            <a:ext cx="5376672" cy="1353312"/>
          </a:xfrm>
          <a:prstGeom prst="roundRect">
            <a:avLst/>
          </a:prstGeom>
          <a:solidFill>
            <a:srgbClr val="FAF7F8"/>
          </a:solidFill>
          <a:ln w="12700">
            <a:solidFill>
              <a:srgbClr val="E1DA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28016" bIns="73152" rtlCol="0" anchor="ctr"/>
          <a:lstStyle/>
          <a:p>
            <a:pPr algn="ctr">
              <a:spcAft>
                <a:spcPts val="700"/>
              </a:spcAft>
              <a:defRPr sz="1600" b="1">
                <a:solidFill>
                  <a:srgbClr val="70142A"/>
                </a:solidFill>
                <a:latin typeface="Aptos Display"/>
              </a:defRPr>
            </a:pPr>
            <a:r>
              <a:t>2   Encapsulation</a:t>
            </a:r>
          </a:p>
          <a:p>
            <a:pPr>
              <a:spcAft>
                <a:spcPts val="0"/>
              </a:spcAft>
              <a:defRPr sz="1250">
                <a:solidFill>
                  <a:srgbClr val="28282C"/>
                </a:solidFill>
                <a:latin typeface="Aptos"/>
              </a:defRPr>
            </a:pPr>
            <a:r>
              <a:t>Keep fields private and access or update them through methods such as bookSeat() and getBookingDetails().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5696" y="3287268"/>
            <a:ext cx="5376672" cy="1353312"/>
          </a:xfrm>
          <a:prstGeom prst="roundRect">
            <a:avLst/>
          </a:prstGeom>
          <a:solidFill>
            <a:srgbClr val="FAF7F8"/>
          </a:solidFill>
          <a:ln w="12700">
            <a:solidFill>
              <a:srgbClr val="E1DA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28016" bIns="73152" rtlCol="0" anchor="ctr"/>
          <a:lstStyle/>
          <a:p>
            <a:pPr algn="ctr">
              <a:spcAft>
                <a:spcPts val="700"/>
              </a:spcAft>
              <a:defRPr sz="1600" b="1">
                <a:solidFill>
                  <a:srgbClr val="70142A"/>
                </a:solidFill>
                <a:latin typeface="Aptos Display"/>
              </a:defRPr>
            </a:pPr>
            <a:r>
              <a:rPr dirty="0"/>
              <a:t>3   Relationships</a:t>
            </a:r>
          </a:p>
          <a:p>
            <a:pPr>
              <a:spcAft>
                <a:spcPts val="0"/>
              </a:spcAft>
              <a:defRPr sz="1250">
                <a:solidFill>
                  <a:srgbClr val="28282C"/>
                </a:solidFill>
                <a:latin typeface="Aptos"/>
              </a:defRPr>
            </a:pPr>
            <a:r>
              <a:rPr dirty="0"/>
              <a:t>A Booking connects a customer with a selected movie, show timing and seat.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9632" y="3296412"/>
            <a:ext cx="5376672" cy="1353312"/>
          </a:xfrm>
          <a:prstGeom prst="roundRect">
            <a:avLst/>
          </a:prstGeom>
          <a:solidFill>
            <a:srgbClr val="FAF7F8"/>
          </a:solidFill>
          <a:ln w="12700">
            <a:solidFill>
              <a:srgbClr val="E1DA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28016" bIns="73152" rtlCol="0" anchor="ctr"/>
          <a:lstStyle/>
          <a:p>
            <a:pPr algn="ctr">
              <a:spcAft>
                <a:spcPts val="700"/>
              </a:spcAft>
              <a:defRPr sz="1600" b="1">
                <a:solidFill>
                  <a:srgbClr val="70142A"/>
                </a:solidFill>
                <a:latin typeface="Aptos Display"/>
              </a:defRPr>
            </a:pPr>
            <a:r>
              <a:rPr dirty="0"/>
              <a:t>4   Exception Handling</a:t>
            </a:r>
          </a:p>
          <a:p>
            <a:pPr>
              <a:spcAft>
                <a:spcPts val="0"/>
              </a:spcAft>
              <a:defRPr sz="1250">
                <a:solidFill>
                  <a:srgbClr val="28282C"/>
                </a:solidFill>
                <a:latin typeface="Aptos"/>
              </a:defRPr>
            </a:pPr>
            <a:r>
              <a:rPr dirty="0"/>
              <a:t>Use try-catch to handle invalid input and unexpected errors without abruptly stopping the program.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4892040"/>
            <a:ext cx="5376672" cy="1353312"/>
          </a:xfrm>
          <a:prstGeom prst="roundRect">
            <a:avLst/>
          </a:prstGeom>
          <a:solidFill>
            <a:srgbClr val="FAF7F8"/>
          </a:solidFill>
          <a:ln w="12700">
            <a:solidFill>
              <a:srgbClr val="E1DA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28016" bIns="73152" rtlCol="0" anchor="ctr"/>
          <a:lstStyle/>
          <a:p>
            <a:pPr algn="ctr">
              <a:spcAft>
                <a:spcPts val="700"/>
              </a:spcAft>
              <a:defRPr sz="1600" b="1">
                <a:solidFill>
                  <a:srgbClr val="70142A"/>
                </a:solidFill>
                <a:latin typeface="Aptos Display"/>
              </a:defRPr>
            </a:pPr>
            <a:r>
              <a:t>5   Robust Booking</a:t>
            </a:r>
          </a:p>
          <a:p>
            <a:pPr>
              <a:spcAft>
                <a:spcPts val="0"/>
              </a:spcAft>
              <a:defRPr sz="1250">
                <a:solidFill>
                  <a:srgbClr val="28282C"/>
                </a:solidFill>
                <a:latin typeface="Aptos"/>
              </a:defRPr>
            </a:pPr>
            <a:r>
              <a:t>Validate seat and movie selections before confirming a booking to reduce invalid records.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9632" y="4901184"/>
            <a:ext cx="5376672" cy="1353312"/>
          </a:xfrm>
          <a:prstGeom prst="roundRect">
            <a:avLst/>
          </a:prstGeom>
          <a:solidFill>
            <a:srgbClr val="FAF7F8"/>
          </a:solidFill>
          <a:ln w="12700">
            <a:solidFill>
              <a:srgbClr val="E1DA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28016" bIns="73152" rtlCol="0" anchor="ctr"/>
          <a:lstStyle/>
          <a:p>
            <a:pPr algn="ctr">
              <a:spcAft>
                <a:spcPts val="700"/>
              </a:spcAft>
              <a:defRPr sz="1600" b="1">
                <a:solidFill>
                  <a:srgbClr val="70142A"/>
                </a:solidFill>
                <a:latin typeface="Aptos Display"/>
              </a:defRPr>
            </a:pPr>
            <a:r>
              <a:t>6   Project Application</a:t>
            </a:r>
          </a:p>
          <a:p>
            <a:pPr>
              <a:spcAft>
                <a:spcPts val="0"/>
              </a:spcAft>
              <a:defRPr sz="1250">
                <a:solidFill>
                  <a:srgbClr val="28282C"/>
                </a:solidFill>
                <a:latin typeface="Aptos"/>
              </a:defRPr>
            </a:pPr>
            <a:r>
              <a:t>These concepts can structure the current system into maintainable classes instead of one large program.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09960" y="5925312"/>
            <a:ext cx="502920" cy="274320"/>
          </a:xfrm>
          <a:prstGeom prst="rect">
            <a:avLst/>
          </a:prstGeom>
          <a:noFill/>
        </p:spPr>
        <p:txBody>
          <a:bodyPr wrap="square" lIns="73152" tIns="36576" rIns="73152" bIns="18288">
            <a:spAutoFit/>
          </a:bodyPr>
          <a:lstStyle/>
          <a:p>
            <a:pPr>
              <a:defRPr sz="1050" b="1">
                <a:solidFill>
                  <a:srgbClr val="70142A"/>
                </a:solidFill>
                <a:latin typeface="Aptos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90372" y="1067562"/>
            <a:ext cx="10789920" cy="502920"/>
          </a:xfrm>
          <a:prstGeom prst="rect">
            <a:avLst/>
          </a:prstGeom>
          <a:noFill/>
        </p:spPr>
        <p:txBody>
          <a:bodyPr wrap="square" lIns="73152" tIns="36576" rIns="73152" bIns="18288">
            <a:spAutoFit/>
          </a:bodyPr>
          <a:lstStyle/>
          <a:p>
            <a:pPr>
              <a:defRPr sz="2700" b="1">
                <a:solidFill>
                  <a:srgbClr val="70142A"/>
                </a:solidFill>
                <a:latin typeface="Aptos Display"/>
              </a:defRPr>
            </a:pPr>
            <a:r>
              <a:rPr dirty="0"/>
              <a:t>CO 5 Topics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859536"/>
            <a:ext cx="11109960" cy="32004"/>
          </a:xfrm>
          <a:prstGeom prst="rect">
            <a:avLst/>
          </a:prstGeom>
          <a:solidFill>
            <a:srgbClr val="701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02920" y="1837944"/>
            <a:ext cx="5376672" cy="1353312"/>
          </a:xfrm>
          <a:prstGeom prst="roundRect">
            <a:avLst/>
          </a:prstGeom>
          <a:solidFill>
            <a:srgbClr val="FAF7F8"/>
          </a:solidFill>
          <a:ln w="12700">
            <a:solidFill>
              <a:srgbClr val="E1DA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28016" bIns="73152" rtlCol="0" anchor="ctr"/>
          <a:lstStyle/>
          <a:p>
            <a:pPr algn="ctr">
              <a:spcAft>
                <a:spcPts val="700"/>
              </a:spcAft>
              <a:defRPr sz="1600" b="1">
                <a:solidFill>
                  <a:srgbClr val="70142A"/>
                </a:solidFill>
                <a:latin typeface="Aptos Display"/>
              </a:defRPr>
            </a:pPr>
            <a:r>
              <a:t>1   String API</a:t>
            </a:r>
          </a:p>
          <a:p>
            <a:pPr>
              <a:spcAft>
                <a:spcPts val="0"/>
              </a:spcAft>
              <a:defRPr sz="1250">
                <a:solidFill>
                  <a:srgbClr val="28282C"/>
                </a:solidFill>
                <a:latin typeface="Aptos"/>
              </a:defRPr>
            </a:pPr>
            <a:r>
              <a:t>Use String methods to format customer names and movie titles, such as trim(), toUpperCase() and equalsIgnoreCase().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99632" y="1746504"/>
            <a:ext cx="5376672" cy="1353312"/>
          </a:xfrm>
          <a:prstGeom prst="roundRect">
            <a:avLst/>
          </a:prstGeom>
          <a:solidFill>
            <a:srgbClr val="FAF7F8"/>
          </a:solidFill>
          <a:ln w="12700">
            <a:solidFill>
              <a:srgbClr val="E1DA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28016" bIns="73152" rtlCol="0" anchor="ctr"/>
          <a:lstStyle/>
          <a:p>
            <a:pPr algn="ctr">
              <a:spcAft>
                <a:spcPts val="700"/>
              </a:spcAft>
              <a:defRPr sz="1600" b="1">
                <a:solidFill>
                  <a:srgbClr val="70142A"/>
                </a:solidFill>
                <a:latin typeface="Aptos Display"/>
              </a:defRPr>
            </a:pPr>
            <a:r>
              <a:t>2   StringBuilder</a:t>
            </a:r>
          </a:p>
          <a:p>
            <a:pPr>
              <a:spcAft>
                <a:spcPts val="0"/>
              </a:spcAft>
              <a:defRPr sz="1250">
                <a:solidFill>
                  <a:srgbClr val="28282C"/>
                </a:solidFill>
                <a:latin typeface="Aptos"/>
              </a:defRPr>
            </a:pPr>
            <a:r>
              <a:t>Build readable booking summaries by appending customer, movie, show and seat details.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3351276"/>
            <a:ext cx="5376672" cy="1353312"/>
          </a:xfrm>
          <a:prstGeom prst="roundRect">
            <a:avLst/>
          </a:prstGeom>
          <a:solidFill>
            <a:srgbClr val="FAF7F8"/>
          </a:solidFill>
          <a:ln w="12700">
            <a:solidFill>
              <a:srgbClr val="E1DA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28016" bIns="73152" rtlCol="0" anchor="ctr"/>
          <a:lstStyle/>
          <a:p>
            <a:pPr algn="ctr">
              <a:spcAft>
                <a:spcPts val="700"/>
              </a:spcAft>
              <a:defRPr sz="1600" b="1">
                <a:solidFill>
                  <a:srgbClr val="70142A"/>
                </a:solidFill>
                <a:latin typeface="Aptos Display"/>
              </a:defRPr>
            </a:pPr>
            <a:r>
              <a:t>3   Searching</a:t>
            </a:r>
          </a:p>
          <a:p>
            <a:pPr>
              <a:spcAft>
                <a:spcPts val="0"/>
              </a:spcAft>
              <a:defRPr sz="1250">
                <a:solidFill>
                  <a:srgbClr val="28282C"/>
                </a:solidFill>
                <a:latin typeface="Aptos"/>
              </a:defRPr>
            </a:pPr>
            <a:r>
              <a:t>Search movie titles or booking records using text comparison and contains().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9632" y="3351276"/>
            <a:ext cx="5376672" cy="1353312"/>
          </a:xfrm>
          <a:prstGeom prst="roundRect">
            <a:avLst/>
          </a:prstGeom>
          <a:solidFill>
            <a:srgbClr val="FAF7F8"/>
          </a:solidFill>
          <a:ln w="12700">
            <a:solidFill>
              <a:srgbClr val="E1DA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28016" bIns="73152" rtlCol="0" anchor="ctr"/>
          <a:lstStyle/>
          <a:p>
            <a:pPr algn="ctr">
              <a:spcAft>
                <a:spcPts val="700"/>
              </a:spcAft>
              <a:defRPr sz="1600" b="1">
                <a:solidFill>
                  <a:srgbClr val="70142A"/>
                </a:solidFill>
                <a:latin typeface="Aptos Display"/>
              </a:defRPr>
            </a:pPr>
            <a:r>
              <a:t>4   Comparison &amp; Sorting</a:t>
            </a:r>
          </a:p>
          <a:p>
            <a:pPr>
              <a:spcAft>
                <a:spcPts val="0"/>
              </a:spcAft>
              <a:defRPr sz="1250">
                <a:solidFill>
                  <a:srgbClr val="28282C"/>
                </a:solidFill>
                <a:latin typeface="Aptos"/>
              </a:defRPr>
            </a:pPr>
            <a:r>
              <a:t>Compare movie names or sort displayed titles and booking summaries when needed.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4965192"/>
            <a:ext cx="5376672" cy="1353312"/>
          </a:xfrm>
          <a:prstGeom prst="roundRect">
            <a:avLst/>
          </a:prstGeom>
          <a:solidFill>
            <a:srgbClr val="FAF7F8"/>
          </a:solidFill>
          <a:ln w="12700">
            <a:solidFill>
              <a:srgbClr val="E1DA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28016" bIns="73152" rtlCol="0" anchor="ctr"/>
          <a:lstStyle/>
          <a:p>
            <a:pPr algn="ctr">
              <a:spcAft>
                <a:spcPts val="700"/>
              </a:spcAft>
              <a:defRPr sz="1600" b="1">
                <a:solidFill>
                  <a:srgbClr val="70142A"/>
                </a:solidFill>
                <a:latin typeface="Aptos Display"/>
              </a:defRPr>
            </a:pPr>
            <a:r>
              <a:t>5   File Input/Output</a:t>
            </a:r>
          </a:p>
          <a:p>
            <a:pPr>
              <a:spcAft>
                <a:spcPts val="0"/>
              </a:spcAft>
              <a:defRPr sz="1250">
                <a:solidFill>
                  <a:srgbClr val="28282C"/>
                </a:solidFill>
                <a:latin typeface="Aptos"/>
              </a:defRPr>
            </a:pPr>
            <a:r>
              <a:t>Save booking details to a file and read them later to keep records between program runs.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36208" y="4956048"/>
            <a:ext cx="5376672" cy="1353312"/>
          </a:xfrm>
          <a:prstGeom prst="roundRect">
            <a:avLst/>
          </a:prstGeom>
          <a:solidFill>
            <a:srgbClr val="FAF7F8"/>
          </a:solidFill>
          <a:ln w="12700">
            <a:solidFill>
              <a:srgbClr val="E1DA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28016" bIns="73152" rtlCol="0" anchor="ctr"/>
          <a:lstStyle/>
          <a:p>
            <a:pPr algn="ctr">
              <a:spcAft>
                <a:spcPts val="700"/>
              </a:spcAft>
              <a:defRPr sz="1600" b="1">
                <a:solidFill>
                  <a:srgbClr val="70142A"/>
                </a:solidFill>
                <a:latin typeface="Aptos Display"/>
              </a:defRPr>
            </a:pPr>
            <a:r>
              <a:t>6   Project Application</a:t>
            </a:r>
          </a:p>
          <a:p>
            <a:pPr>
              <a:spcAft>
                <a:spcPts val="0"/>
              </a:spcAft>
              <a:defRPr sz="1250">
                <a:solidFill>
                  <a:srgbClr val="28282C"/>
                </a:solidFill>
                <a:latin typeface="Aptos"/>
              </a:defRPr>
            </a:pPr>
            <a:r>
              <a:t>These features can improve search, display and persistence beyond the current in-memory ArrayList.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09960" y="5925312"/>
            <a:ext cx="502920" cy="274320"/>
          </a:xfrm>
          <a:prstGeom prst="rect">
            <a:avLst/>
          </a:prstGeom>
          <a:noFill/>
        </p:spPr>
        <p:txBody>
          <a:bodyPr wrap="square" lIns="73152" tIns="36576" rIns="73152" bIns="18288">
            <a:spAutoFit/>
          </a:bodyPr>
          <a:lstStyle/>
          <a:p>
            <a:pPr>
              <a:defRPr sz="1050" b="1">
                <a:solidFill>
                  <a:srgbClr val="70142A"/>
                </a:solidFill>
                <a:latin typeface="Aptos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01040" y="1211580"/>
            <a:ext cx="10789920" cy="502920"/>
          </a:xfrm>
          <a:prstGeom prst="rect">
            <a:avLst/>
          </a:prstGeom>
          <a:noFill/>
        </p:spPr>
        <p:txBody>
          <a:bodyPr wrap="square" lIns="73152" tIns="36576" rIns="73152" bIns="18288">
            <a:spAutoFit/>
          </a:bodyPr>
          <a:lstStyle/>
          <a:p>
            <a:pPr>
              <a:defRPr sz="2700" b="1">
                <a:solidFill>
                  <a:srgbClr val="70142A"/>
                </a:solidFill>
                <a:latin typeface="Aptos Display"/>
              </a:defRPr>
            </a:pPr>
            <a:r>
              <a:t>CO 6 Topics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859536"/>
            <a:ext cx="11109960" cy="32004"/>
          </a:xfrm>
          <a:prstGeom prst="rect">
            <a:avLst/>
          </a:prstGeom>
          <a:solidFill>
            <a:srgbClr val="701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15696" y="1965960"/>
            <a:ext cx="5376672" cy="1353312"/>
          </a:xfrm>
          <a:prstGeom prst="roundRect">
            <a:avLst/>
          </a:prstGeom>
          <a:solidFill>
            <a:srgbClr val="FAF7F8"/>
          </a:solidFill>
          <a:ln w="12700">
            <a:solidFill>
              <a:srgbClr val="E1DA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28016" bIns="73152" rtlCol="0" anchor="ctr"/>
          <a:lstStyle/>
          <a:p>
            <a:pPr algn="ctr">
              <a:spcAft>
                <a:spcPts val="700"/>
              </a:spcAft>
              <a:defRPr sz="1600" b="1">
                <a:solidFill>
                  <a:srgbClr val="70142A"/>
                </a:solidFill>
                <a:latin typeface="Aptos Display"/>
              </a:defRPr>
            </a:pPr>
            <a:r>
              <a:t>1   Collections Framework</a:t>
            </a:r>
          </a:p>
          <a:p>
            <a:pPr>
              <a:spcAft>
                <a:spcPts val="0"/>
              </a:spcAft>
              <a:defRPr sz="1250">
                <a:solidFill>
                  <a:srgbClr val="28282C"/>
                </a:solidFill>
                <a:latin typeface="Aptos"/>
              </a:defRPr>
            </a:pPr>
            <a:r>
              <a:t>Use ArrayList&lt;Booking&gt; to store a flexible number of bookings as objects.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99632" y="1965960"/>
            <a:ext cx="5376672" cy="1353312"/>
          </a:xfrm>
          <a:prstGeom prst="roundRect">
            <a:avLst/>
          </a:prstGeom>
          <a:solidFill>
            <a:srgbClr val="FAF7F8"/>
          </a:solidFill>
          <a:ln w="12700">
            <a:solidFill>
              <a:srgbClr val="E1DA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28016" bIns="73152" rtlCol="0" anchor="ctr"/>
          <a:lstStyle/>
          <a:p>
            <a:pPr algn="ctr">
              <a:spcAft>
                <a:spcPts val="700"/>
              </a:spcAft>
              <a:defRPr sz="1600" b="1">
                <a:solidFill>
                  <a:srgbClr val="70142A"/>
                </a:solidFill>
                <a:latin typeface="Aptos Display"/>
              </a:defRPr>
            </a:pPr>
            <a:r>
              <a:t>2   Collection Operations</a:t>
            </a:r>
          </a:p>
          <a:p>
            <a:pPr>
              <a:spcAft>
                <a:spcPts val="0"/>
              </a:spcAft>
              <a:defRPr sz="1250">
                <a:solidFill>
                  <a:srgbClr val="28282C"/>
                </a:solidFill>
                <a:latin typeface="Aptos"/>
              </a:defRPr>
            </a:pPr>
            <a:r>
              <a:t>Add, remove and iterate through bookings using collection methods and loops.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5696" y="3570732"/>
            <a:ext cx="5376672" cy="1353312"/>
          </a:xfrm>
          <a:prstGeom prst="roundRect">
            <a:avLst/>
          </a:prstGeom>
          <a:solidFill>
            <a:srgbClr val="FAF7F8"/>
          </a:solidFill>
          <a:ln w="12700">
            <a:solidFill>
              <a:srgbClr val="E1DA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28016" bIns="73152" rtlCol="0" anchor="ctr"/>
          <a:lstStyle/>
          <a:p>
            <a:pPr algn="ctr">
              <a:spcAft>
                <a:spcPts val="700"/>
              </a:spcAft>
              <a:defRPr sz="1600" b="1">
                <a:solidFill>
                  <a:srgbClr val="70142A"/>
                </a:solidFill>
                <a:latin typeface="Aptos Display"/>
              </a:defRPr>
            </a:pPr>
            <a:r>
              <a:t>3   Functional Interfaces</a:t>
            </a:r>
          </a:p>
          <a:p>
            <a:pPr>
              <a:spcAft>
                <a:spcPts val="0"/>
              </a:spcAft>
              <a:defRPr sz="1250">
                <a:solidFill>
                  <a:srgbClr val="28282C"/>
                </a:solidFill>
                <a:latin typeface="Aptos"/>
              </a:defRPr>
            </a:pPr>
            <a:r>
              <a:t>Use a Predicate or Consumer to define a small reusable operation on booking data.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48400" y="3570732"/>
            <a:ext cx="5376672" cy="1353312"/>
          </a:xfrm>
          <a:prstGeom prst="roundRect">
            <a:avLst/>
          </a:prstGeom>
          <a:solidFill>
            <a:srgbClr val="FAF7F8"/>
          </a:solidFill>
          <a:ln w="12700">
            <a:solidFill>
              <a:srgbClr val="E1DA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28016" bIns="73152" rtlCol="0" anchor="ctr"/>
          <a:lstStyle/>
          <a:p>
            <a:pPr algn="ctr">
              <a:spcAft>
                <a:spcPts val="700"/>
              </a:spcAft>
              <a:defRPr sz="1600" b="1">
                <a:solidFill>
                  <a:srgbClr val="70142A"/>
                </a:solidFill>
                <a:latin typeface="Aptos Display"/>
              </a:defRPr>
            </a:pPr>
            <a:r>
              <a:t>4   Lambda Expressions</a:t>
            </a:r>
          </a:p>
          <a:p>
            <a:pPr>
              <a:spcAft>
                <a:spcPts val="0"/>
              </a:spcAft>
              <a:defRPr sz="1250">
                <a:solidFill>
                  <a:srgbClr val="28282C"/>
                </a:solidFill>
                <a:latin typeface="Aptos"/>
              </a:defRPr>
            </a:pPr>
            <a:r>
              <a:t>Use concise lambda expressions for filtering or displaying matching bookings.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5696" y="5175504"/>
            <a:ext cx="5376672" cy="1353312"/>
          </a:xfrm>
          <a:prstGeom prst="roundRect">
            <a:avLst/>
          </a:prstGeom>
          <a:solidFill>
            <a:srgbClr val="FAF7F8"/>
          </a:solidFill>
          <a:ln w="12700">
            <a:solidFill>
              <a:srgbClr val="E1DA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28016" bIns="73152" rtlCol="0" anchor="ctr"/>
          <a:lstStyle/>
          <a:p>
            <a:pPr algn="ctr">
              <a:spcAft>
                <a:spcPts val="700"/>
              </a:spcAft>
              <a:defRPr sz="1600" b="1">
                <a:solidFill>
                  <a:srgbClr val="70142A"/>
                </a:solidFill>
                <a:latin typeface="Aptos Display"/>
              </a:defRPr>
            </a:pPr>
            <a:r>
              <a:t>5   Stream Pipelines</a:t>
            </a:r>
          </a:p>
          <a:p>
            <a:pPr>
              <a:spcAft>
                <a:spcPts val="0"/>
              </a:spcAft>
              <a:defRPr sz="1250">
                <a:solidFill>
                  <a:srgbClr val="28282C"/>
                </a:solidFill>
                <a:latin typeface="Aptos"/>
              </a:defRPr>
            </a:pPr>
            <a:r>
              <a:t>Filter bookings by movie or customer and collect or display the matching results.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9632" y="5175504"/>
            <a:ext cx="5376672" cy="1353312"/>
          </a:xfrm>
          <a:prstGeom prst="roundRect">
            <a:avLst/>
          </a:prstGeom>
          <a:solidFill>
            <a:srgbClr val="FAF7F8"/>
          </a:solidFill>
          <a:ln w="12700">
            <a:solidFill>
              <a:srgbClr val="E1DA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28016" bIns="73152" rtlCol="0" anchor="ctr"/>
          <a:lstStyle/>
          <a:p>
            <a:pPr algn="ctr">
              <a:spcAft>
                <a:spcPts val="700"/>
              </a:spcAft>
              <a:defRPr sz="1600" b="1">
                <a:solidFill>
                  <a:srgbClr val="70142A"/>
                </a:solidFill>
                <a:latin typeface="Aptos Display"/>
              </a:defRPr>
            </a:pPr>
            <a:r>
              <a:t>6   Project Application</a:t>
            </a:r>
          </a:p>
          <a:p>
            <a:pPr>
              <a:spcAft>
                <a:spcPts val="0"/>
              </a:spcAft>
              <a:defRPr sz="1250">
                <a:solidFill>
                  <a:srgbClr val="28282C"/>
                </a:solidFill>
                <a:latin typeface="Aptos"/>
              </a:defRPr>
            </a:pPr>
            <a:r>
              <a:t>These are suitable extensions for searching and managing booking records; they are not required by the current basic implementation.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41248" y="868680"/>
            <a:ext cx="658368" cy="64008"/>
          </a:xfrm>
          <a:prstGeom prst="rect">
            <a:avLst/>
          </a:prstGeom>
          <a:solidFill>
            <a:srgbClr val="761923"/>
          </a:solidFill>
          <a:ln>
            <a:solidFill>
              <a:srgbClr val="7619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41248" y="1005840"/>
            <a:ext cx="91440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2700" b="1">
                <a:solidFill>
                  <a:srgbClr val="232326"/>
                </a:solidFill>
                <a:latin typeface="Aptos"/>
              </a:rPr>
              <a:t>Future Enhancements &amp; 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61320" y="987552"/>
            <a:ext cx="594360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r"/>
            <a:endParaRPr sz="1300" b="1" dirty="0">
              <a:solidFill>
                <a:srgbClr val="761923"/>
              </a:solidFill>
              <a:latin typeface="Aptos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841248" y="1691640"/>
            <a:ext cx="5074920" cy="3520440"/>
          </a:xfrm>
          <a:prstGeom prst="roundRect">
            <a:avLst/>
          </a:prstGeom>
          <a:solidFill>
            <a:srgbClr val="FCFAF6"/>
          </a:solidFill>
          <a:ln>
            <a:solidFill>
              <a:srgbClr val="E8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69848" y="1856232"/>
            <a:ext cx="4617720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500" b="1">
                <a:solidFill>
                  <a:srgbClr val="761923"/>
                </a:solidFill>
                <a:latin typeface="Aptos"/>
              </a:rPr>
              <a:t>Future Enhancements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" y="2258568"/>
            <a:ext cx="4617720" cy="28072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250" b="0">
                <a:solidFill>
                  <a:srgbClr val="232326"/>
                </a:solidFill>
                <a:latin typeface="Aptos"/>
              </a:rPr>
              <a:t>• Online payment
• Ticket cancellation
• Booking history
• Digital ticket generation
• Notifications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44768" y="1691640"/>
            <a:ext cx="5074920" cy="3520440"/>
          </a:xfrm>
          <a:prstGeom prst="roundRect">
            <a:avLst/>
          </a:prstGeom>
          <a:solidFill>
            <a:srgbClr val="FCFAF6"/>
          </a:solidFill>
          <a:ln>
            <a:solidFill>
              <a:srgbClr val="E8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373368" y="1856232"/>
            <a:ext cx="4617720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500" b="1">
                <a:solidFill>
                  <a:srgbClr val="761923"/>
                </a:solidFill>
                <a:latin typeface="Aptos"/>
              </a:rPr>
              <a:t>Conclusion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73368" y="2258568"/>
            <a:ext cx="4617720" cy="28072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250" b="0">
                <a:solidFill>
                  <a:srgbClr val="232326"/>
                </a:solidFill>
                <a:latin typeface="Aptos"/>
              </a:rPr>
              <a:t>The Cinema Seat Booking System provides a simple and efficient way for customers and cinema staff to manage movie details, show timings, seat availability and ticket reservations. It makes the process more organized, accurate and convenient.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5468112"/>
            <a:ext cx="1037844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ctr"/>
            <a:r>
              <a:rPr sz="1500" b="1">
                <a:solidFill>
                  <a:srgbClr val="761923"/>
                </a:solidFill>
                <a:latin typeface="Aptos"/>
              </a:rPr>
              <a:t>Java concepts are applied to solve a practical ticket-booking problem.</a:t>
            </a:r>
          </a:p>
        </p:txBody>
      </p:sp>
    </p:spTree>
    <p:extLst>
      <p:ext uri="{BB962C8B-B14F-4D97-AF65-F5344CB8AC3E}">
        <p14:creationId xmlns:p14="http://schemas.microsoft.com/office/powerpoint/2010/main" val="13967770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389BDB-9AE8-BE00-2962-AC0E870000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SCREEN SHOTS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54A8E7-F987-AA33-FF05-288C030C36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E2E10-B9C9-4696-8C2C-567691D9BBFD}" type="datetime1">
              <a:rPr lang="en-IN" smtClean="0"/>
              <a:t>16-10-2026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3AC36B9-20FC-044D-8732-EDC875A1AD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15</a:t>
            </a:fld>
            <a:endParaRPr lang="en-IN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D1E4D0BE-7282-102D-5393-8E400EDFCF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/>
              <a:t>Output</a:t>
            </a:r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9191D30-A74C-4282-EF09-75BCC9D6EB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0944" y="3134461"/>
            <a:ext cx="6032637" cy="10097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973439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00CDE4-E128-E1A6-1F8D-5C3A3C6143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GEO TAG PHOTO AND GIT HUB LINK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ABA9AB-C9A1-A61E-6EE3-52C3A68592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637520" cy="4667250"/>
          </a:xfrm>
        </p:spPr>
        <p:txBody>
          <a:bodyPr/>
          <a:lstStyle/>
          <a:p>
            <a:r>
              <a:rPr lang="en-IN" dirty="0"/>
              <a:t> </a:t>
            </a:r>
            <a:r>
              <a:rPr lang="en-IN" dirty="0">
                <a:hlinkClick r:id="rId2"/>
              </a:rPr>
              <a:t>https://github.com/Sanaa2204/KLH-Bachupally-2026-2027-Batch-27-CinemaSeatBookingSystem</a:t>
            </a:r>
            <a:endParaRPr lang="en-IN" dirty="0"/>
          </a:p>
          <a:p>
            <a:r>
              <a:rPr lang="en-IN" dirty="0">
                <a:hlinkClick r:id="rId3"/>
              </a:rPr>
              <a:t>https://github.com/ganjikuntameghana-max/KLH-Bachupally-2026-2027-BATCH-27-Cinema-Seat-Booking</a:t>
            </a:r>
            <a:endParaRPr lang="en-IN" dirty="0"/>
          </a:p>
          <a:p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115A28-66D7-1AA5-86F6-6C8AC3243B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E2E10-B9C9-4696-8C2C-567691D9BBFD}" type="datetime1">
              <a:rPr lang="en-IN" smtClean="0"/>
              <a:t>16-10-2026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BAB6BF0-1870-C895-3B29-356E4BC07A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16</a:t>
            </a:fld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866CF75-4BDD-5893-84D7-EC05076A41B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6316" y="3689170"/>
            <a:ext cx="4501765" cy="2532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037476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069080" y="1508760"/>
            <a:ext cx="4069080" cy="73152"/>
          </a:xfrm>
          <a:prstGeom prst="rect">
            <a:avLst/>
          </a:prstGeom>
          <a:solidFill>
            <a:srgbClr val="800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828800" y="1828800"/>
            <a:ext cx="850392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400" b="1">
                <a:solidFill>
                  <a:srgbClr val="800020"/>
                </a:solidFill>
                <a:latin typeface="Aptos Display"/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0" y="3063240"/>
            <a:ext cx="7589520" cy="1554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2D2D2D"/>
                </a:solidFill>
                <a:latin typeface="Aptos"/>
              </a:defRPr>
            </a:pPr>
            <a:r>
              <a:t>Sana - 2620090007</a:t>
            </a:r>
          </a:p>
          <a:p>
            <a:pPr algn="ctr">
              <a:spcBef>
                <a:spcPts val="1200"/>
              </a:spcBef>
              <a:defRPr sz="2200" b="1">
                <a:solidFill>
                  <a:srgbClr val="2D2D2D"/>
                </a:solidFill>
                <a:latin typeface="Aptos"/>
              </a:defRPr>
            </a:pPr>
            <a:r>
              <a:t>Meghana - 2620040142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0" y="4800600"/>
            <a:ext cx="75895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>
                <a:solidFill>
                  <a:srgbClr val="646464"/>
                </a:solidFill>
                <a:latin typeface="Aptos"/>
              </a:defRPr>
            </a:pPr>
            <a:r>
              <a:t>Cinema Seat Booking System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76</TotalTime>
  <Words>1304</Words>
  <Application>Microsoft Office PowerPoint</Application>
  <PresentationFormat>Widescreen</PresentationFormat>
  <Paragraphs>237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SCREEN SHOTS </vt:lpstr>
      <vt:lpstr>GEO TAG PHOTO AND GIT HUB LINK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TSP MADHURI</dc:creator>
  <cp:lastModifiedBy>MEGHANA REDDY</cp:lastModifiedBy>
  <cp:revision>3</cp:revision>
  <dcterms:created xsi:type="dcterms:W3CDTF">2026-09-15T09:57:10Z</dcterms:created>
  <dcterms:modified xsi:type="dcterms:W3CDTF">2026-10-16T06:14:15Z</dcterms:modified>
</cp:coreProperties>
</file>