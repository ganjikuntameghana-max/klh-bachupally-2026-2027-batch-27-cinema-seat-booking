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3" r:id="rId4"/>
    <p:sldId id="264" r:id="rId5"/>
    <p:sldId id="265" r:id="rId6"/>
    <p:sldId id="266" r:id="rId7"/>
    <p:sldId id="261" r:id="rId8"/>
    <p:sldId id="258" r:id="rId9"/>
    <p:sldId id="259" r:id="rId10"/>
    <p:sldId id="260" r:id="rId11"/>
    <p:sldId id="269" r:id="rId12"/>
    <p:sldId id="270" r:id="rId13"/>
    <p:sldId id="271" r:id="rId14"/>
    <p:sldId id="262" r:id="rId15"/>
    <p:sldId id="268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tehniyath.2204@outlook.com" userId="cfafd792cb56b2c4" providerId="LiveId" clId="{DF7B539C-18AC-4D4C-85F4-4F6DE708D818}"/>
    <pc:docChg chg="custSel addSld modSld sldOrd">
      <pc:chgData name="sanatehniyath.2204@outlook.com" userId="cfafd792cb56b2c4" providerId="LiveId" clId="{DF7B539C-18AC-4D4C-85F4-4F6DE708D818}" dt="2026-10-13T04:06:31.520" v="118" actId="478"/>
      <pc:docMkLst>
        <pc:docMk/>
      </pc:docMkLst>
      <pc:sldChg chg="modSp mod">
        <pc:chgData name="sanatehniyath.2204@outlook.com" userId="cfafd792cb56b2c4" providerId="LiveId" clId="{DF7B539C-18AC-4D4C-85F4-4F6DE708D818}" dt="2026-10-13T04:03:18.428" v="81" actId="6549"/>
        <pc:sldMkLst>
          <pc:docMk/>
          <pc:sldMk cId="1570750093" sldId="256"/>
        </pc:sldMkLst>
        <pc:spChg chg="mod">
          <ac:chgData name="sanatehniyath.2204@outlook.com" userId="cfafd792cb56b2c4" providerId="LiveId" clId="{DF7B539C-18AC-4D4C-85F4-4F6DE708D818}" dt="2026-09-22T05:18:38.273" v="80" actId="20577"/>
          <ac:spMkLst>
            <pc:docMk/>
            <pc:sldMk cId="1570750093" sldId="256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3:18.428" v="81" actId="6549"/>
          <ac:spMkLst>
            <pc:docMk/>
            <pc:sldMk cId="1570750093" sldId="256"/>
            <ac:spMk id="6" creationId="{00000000-0000-0000-0000-000000000000}"/>
          </ac:spMkLst>
        </pc:spChg>
      </pc:sldChg>
      <pc:sldChg chg="ord">
        <pc:chgData name="sanatehniyath.2204@outlook.com" userId="cfafd792cb56b2c4" providerId="LiveId" clId="{DF7B539C-18AC-4D4C-85F4-4F6DE708D818}" dt="2026-09-22T05:05:00.059" v="70"/>
        <pc:sldMkLst>
          <pc:docMk/>
          <pc:sldMk cId="676338040" sldId="257"/>
        </pc:sldMkLst>
      </pc:sldChg>
      <pc:sldChg chg="modSp mod">
        <pc:chgData name="sanatehniyath.2204@outlook.com" userId="cfafd792cb56b2c4" providerId="LiveId" clId="{DF7B539C-18AC-4D4C-85F4-4F6DE708D818}" dt="2026-09-22T04:57:43.246" v="53" actId="27636"/>
        <pc:sldMkLst>
          <pc:docMk/>
          <pc:sldMk cId="4104242747" sldId="258"/>
        </pc:sldMkLst>
        <pc:spChg chg="mod">
          <ac:chgData name="sanatehniyath.2204@outlook.com" userId="cfafd792cb56b2c4" providerId="LiveId" clId="{DF7B539C-18AC-4D4C-85F4-4F6DE708D818}" dt="2026-09-22T04:57:43.239" v="50" actId="27636"/>
          <ac:spMkLst>
            <pc:docMk/>
            <pc:sldMk cId="4104242747" sldId="258"/>
            <ac:spMk id="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2" v="51" actId="27636"/>
          <ac:spMkLst>
            <pc:docMk/>
            <pc:sldMk cId="4104242747" sldId="258"/>
            <ac:spMk id="1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6" v="53" actId="27636"/>
          <ac:spMkLst>
            <pc:docMk/>
            <pc:sldMk cId="4104242747" sldId="258"/>
            <ac:spMk id="1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36" v="49" actId="27636"/>
          <ac:spMkLst>
            <pc:docMk/>
            <pc:sldMk cId="4104242747" sldId="258"/>
            <ac:spMk id="2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44" v="52" actId="27636"/>
          <ac:spMkLst>
            <pc:docMk/>
            <pc:sldMk cId="4104242747" sldId="258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55" v="55" actId="27636"/>
        <pc:sldMkLst>
          <pc:docMk/>
          <pc:sldMk cId="4178111765" sldId="259"/>
        </pc:sldMkLst>
        <pc:spChg chg="mod">
          <ac:chgData name="sanatehniyath.2204@outlook.com" userId="cfafd792cb56b2c4" providerId="LiveId" clId="{DF7B539C-18AC-4D4C-85F4-4F6DE708D818}" dt="2026-09-22T04:57:43.253" v="54" actId="27636"/>
          <ac:spMkLst>
            <pc:docMk/>
            <pc:sldMk cId="4178111765" sldId="259"/>
            <ac:spMk id="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55" v="55" actId="27636"/>
          <ac:spMkLst>
            <pc:docMk/>
            <pc:sldMk cId="4178111765" sldId="259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64" v="57" actId="27636"/>
        <pc:sldMkLst>
          <pc:docMk/>
          <pc:sldMk cId="1869875426" sldId="260"/>
        </pc:sldMkLst>
        <pc:spChg chg="mod">
          <ac:chgData name="sanatehniyath.2204@outlook.com" userId="cfafd792cb56b2c4" providerId="LiveId" clId="{DF7B539C-18AC-4D4C-85F4-4F6DE708D818}" dt="2026-09-22T04:57:43.264" v="57" actId="27636"/>
          <ac:spMkLst>
            <pc:docMk/>
            <pc:sldMk cId="1869875426" sldId="260"/>
            <ac:spMk id="2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62" v="56" actId="27636"/>
          <ac:spMkLst>
            <pc:docMk/>
            <pc:sldMk cId="1869875426" sldId="260"/>
            <ac:spMk id="34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29" v="48" actId="27636"/>
        <pc:sldMkLst>
          <pc:docMk/>
          <pc:sldMk cId="3980090555" sldId="261"/>
        </pc:sldMkLst>
        <pc:spChg chg="mod">
          <ac:chgData name="sanatehniyath.2204@outlook.com" userId="cfafd792cb56b2c4" providerId="LiveId" clId="{DF7B539C-18AC-4D4C-85F4-4F6DE708D818}" dt="2026-09-22T04:57:43.228" v="47" actId="27636"/>
          <ac:spMkLst>
            <pc:docMk/>
            <pc:sldMk cId="3980090555" sldId="261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26" v="46" actId="27636"/>
          <ac:spMkLst>
            <pc:docMk/>
            <pc:sldMk cId="3980090555" sldId="261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29" v="48" actId="27636"/>
          <ac:spMkLst>
            <pc:docMk/>
            <pc:sldMk cId="3980090555" sldId="261"/>
            <ac:spMk id="10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6:31.520" v="118" actId="478"/>
        <pc:sldMkLst>
          <pc:docMk/>
          <pc:sldMk cId="1396777043" sldId="262"/>
        </pc:sldMkLst>
        <pc:spChg chg="mod">
          <ac:chgData name="sanatehniyath.2204@outlook.com" userId="cfafd792cb56b2c4" providerId="LiveId" clId="{DF7B539C-18AC-4D4C-85F4-4F6DE708D818}" dt="2026-10-13T04:06:28.273" v="117" actId="20577"/>
          <ac:spMkLst>
            <pc:docMk/>
            <pc:sldMk cId="1396777043" sldId="262"/>
            <ac:spMk id="4" creationId="{00000000-0000-0000-0000-000000000000}"/>
          </ac:spMkLst>
        </pc:spChg>
        <pc:spChg chg="del">
          <ac:chgData name="sanatehniyath.2204@outlook.com" userId="cfafd792cb56b2c4" providerId="LiveId" clId="{DF7B539C-18AC-4D4C-85F4-4F6DE708D818}" dt="2026-10-13T04:06:31.520" v="118" actId="478"/>
          <ac:spMkLst>
            <pc:docMk/>
            <pc:sldMk cId="1396777043" sldId="262"/>
            <ac:spMk id="12" creationId="{00000000-0000-0000-0000-000000000000}"/>
          </ac:spMkLst>
        </pc:spChg>
        <pc:spChg chg="del">
          <ac:chgData name="sanatehniyath.2204@outlook.com" userId="cfafd792cb56b2c4" providerId="LiveId" clId="{DF7B539C-18AC-4D4C-85F4-4F6DE708D818}" dt="2026-10-13T04:06:23.514" v="115" actId="478"/>
          <ac:spMkLst>
            <pc:docMk/>
            <pc:sldMk cId="1396777043" sldId="262"/>
            <ac:spMk id="13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198" v="41" actId="27636"/>
        <pc:sldMkLst>
          <pc:docMk/>
          <pc:sldMk cId="1346536314" sldId="263"/>
        </pc:sldMkLst>
        <pc:spChg chg="mod">
          <ac:chgData name="sanatehniyath.2204@outlook.com" userId="cfafd792cb56b2c4" providerId="LiveId" clId="{DF7B539C-18AC-4D4C-85F4-4F6DE708D818}" dt="2026-09-22T04:57:43.198" v="41" actId="27636"/>
          <ac:spMkLst>
            <pc:docMk/>
            <pc:sldMk cId="1346536314" sldId="263"/>
            <ac:spMk id="9" creationId="{00000000-0000-0000-0000-000000000000}"/>
          </ac:spMkLst>
        </pc:spChg>
      </pc:sldChg>
      <pc:sldChg chg="modSp mod">
        <pc:chgData name="sanatehniyath.2204@outlook.com" userId="cfafd792cb56b2c4" providerId="LiveId" clId="{DF7B539C-18AC-4D4C-85F4-4F6DE708D818}" dt="2026-09-22T04:57:43.219" v="45" actId="27636"/>
        <pc:sldMkLst>
          <pc:docMk/>
          <pc:sldMk cId="1576833433" sldId="265"/>
        </pc:sldMkLst>
        <pc:spChg chg="mod">
          <ac:chgData name="sanatehniyath.2204@outlook.com" userId="cfafd792cb56b2c4" providerId="LiveId" clId="{DF7B539C-18AC-4D4C-85F4-4F6DE708D818}" dt="2026-09-22T04:57:43.211" v="43" actId="27636"/>
          <ac:spMkLst>
            <pc:docMk/>
            <pc:sldMk cId="1576833433" sldId="265"/>
            <ac:spMk id="1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13" v="44" actId="27636"/>
          <ac:spMkLst>
            <pc:docMk/>
            <pc:sldMk cId="1576833433" sldId="265"/>
            <ac:spMk id="1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09" v="42" actId="27636"/>
          <ac:spMkLst>
            <pc:docMk/>
            <pc:sldMk cId="1576833433" sldId="265"/>
            <ac:spMk id="29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09-22T04:57:43.219" v="45" actId="27636"/>
          <ac:spMkLst>
            <pc:docMk/>
            <pc:sldMk cId="1576833433" sldId="265"/>
            <ac:spMk id="34" creationId="{00000000-0000-0000-0000-000000000000}"/>
          </ac:spMkLst>
        </pc:spChg>
      </pc:sldChg>
      <pc:sldChg chg="modSp new mod ord">
        <pc:chgData name="sanatehniyath.2204@outlook.com" userId="cfafd792cb56b2c4" providerId="LiveId" clId="{DF7B539C-18AC-4D4C-85F4-4F6DE708D818}" dt="2026-09-22T04:58:23.353" v="66" actId="20577"/>
        <pc:sldMkLst>
          <pc:docMk/>
          <pc:sldMk cId="1070374765" sldId="268"/>
        </pc:sldMkLst>
        <pc:spChg chg="mod">
          <ac:chgData name="sanatehniyath.2204@outlook.com" userId="cfafd792cb56b2c4" providerId="LiveId" clId="{DF7B539C-18AC-4D4C-85F4-4F6DE708D818}" dt="2026-09-22T04:56:53.795" v="32" actId="20577"/>
          <ac:spMkLst>
            <pc:docMk/>
            <pc:sldMk cId="1070374765" sldId="268"/>
            <ac:spMk id="2" creationId="{DC00CDE4-E128-E1A6-1F8D-5C3A3C614388}"/>
          </ac:spMkLst>
        </pc:spChg>
        <pc:spChg chg="mod">
          <ac:chgData name="sanatehniyath.2204@outlook.com" userId="cfafd792cb56b2c4" providerId="LiveId" clId="{DF7B539C-18AC-4D4C-85F4-4F6DE708D818}" dt="2026-09-22T04:58:23.353" v="66" actId="20577"/>
          <ac:spMkLst>
            <pc:docMk/>
            <pc:sldMk cId="1070374765" sldId="268"/>
            <ac:spMk id="3" creationId="{85ABA9AB-C9A1-A61E-6EE3-52C3A6859200}"/>
          </ac:spMkLst>
        </pc:spChg>
      </pc:sldChg>
      <pc:sldChg chg="delSp modSp mod">
        <pc:chgData name="sanatehniyath.2204@outlook.com" userId="cfafd792cb56b2c4" providerId="LiveId" clId="{DF7B539C-18AC-4D4C-85F4-4F6DE708D818}" dt="2026-10-13T04:04:37.624" v="93" actId="1076"/>
        <pc:sldMkLst>
          <pc:docMk/>
          <pc:sldMk cId="0" sldId="269"/>
        </pc:sldMkLst>
        <pc:spChg chg="mod">
          <ac:chgData name="sanatehniyath.2204@outlook.com" userId="cfafd792cb56b2c4" providerId="LiveId" clId="{DF7B539C-18AC-4D4C-85F4-4F6DE708D818}" dt="2026-10-13T04:04:37.624" v="93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32.380" v="92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15.427" v="89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26.034" v="91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10.742" v="88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20.468" v="90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06.128" v="87" actId="1076"/>
          <ac:spMkLst>
            <pc:docMk/>
            <pc:sldMk cId="0" sldId="269"/>
            <ac:spMk id="9" creationId="{00000000-0000-0000-0000-000000000000}"/>
          </ac:spMkLst>
        </pc:spChg>
        <pc:spChg chg="del mod">
          <ac:chgData name="sanatehniyath.2204@outlook.com" userId="cfafd792cb56b2c4" providerId="LiveId" clId="{DF7B539C-18AC-4D4C-85F4-4F6DE708D818}" dt="2026-10-13T04:04:02.536" v="86" actId="478"/>
          <ac:spMkLst>
            <pc:docMk/>
            <pc:sldMk cId="0" sldId="269"/>
            <ac:spMk id="10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5:27.644" v="101" actId="1076"/>
        <pc:sldMkLst>
          <pc:docMk/>
          <pc:sldMk cId="0" sldId="270"/>
        </pc:sldMkLst>
        <pc:spChg chg="mod">
          <ac:chgData name="sanatehniyath.2204@outlook.com" userId="cfafd792cb56b2c4" providerId="LiveId" clId="{DF7B539C-18AC-4D4C-85F4-4F6DE708D818}" dt="2026-10-13T04:05:27.644" v="101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23.847" v="100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12.921" v="97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20.876" v="99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08.322" v="96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16.801" v="98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4:53.148" v="95" actId="1076"/>
          <ac:spMkLst>
            <pc:docMk/>
            <pc:sldMk cId="0" sldId="270"/>
            <ac:spMk id="9" creationId="{00000000-0000-0000-0000-000000000000}"/>
          </ac:spMkLst>
        </pc:spChg>
        <pc:spChg chg="del">
          <ac:chgData name="sanatehniyath.2204@outlook.com" userId="cfafd792cb56b2c4" providerId="LiveId" clId="{DF7B539C-18AC-4D4C-85F4-4F6DE708D818}" dt="2026-10-13T04:04:48.370" v="94" actId="478"/>
          <ac:spMkLst>
            <pc:docMk/>
            <pc:sldMk cId="0" sldId="270"/>
            <ac:spMk id="10" creationId="{00000000-0000-0000-0000-000000000000}"/>
          </ac:spMkLst>
        </pc:spChg>
      </pc:sldChg>
      <pc:sldChg chg="delSp modSp mod">
        <pc:chgData name="sanatehniyath.2204@outlook.com" userId="cfafd792cb56b2c4" providerId="LiveId" clId="{DF7B539C-18AC-4D4C-85F4-4F6DE708D818}" dt="2026-10-13T04:06:16.681" v="114" actId="1076"/>
        <pc:sldMkLst>
          <pc:docMk/>
          <pc:sldMk cId="0" sldId="271"/>
        </pc:sldMkLst>
        <pc:spChg chg="mod">
          <ac:chgData name="sanatehniyath.2204@outlook.com" userId="cfafd792cb56b2c4" providerId="LiveId" clId="{DF7B539C-18AC-4D4C-85F4-4F6DE708D818}" dt="2026-10-13T04:06:16.681" v="114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09.375" v="112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12.892" v="113" actId="1076"/>
          <ac:spMkLst>
            <pc:docMk/>
            <pc:sldMk cId="0" sldId="271"/>
            <ac:spMk id="5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6:05.950" v="111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59.305" v="110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50.281" v="106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anatehniyath.2204@outlook.com" userId="cfafd792cb56b2c4" providerId="LiveId" clId="{DF7B539C-18AC-4D4C-85F4-4F6DE708D818}" dt="2026-10-13T04:05:40.408" v="103" actId="1076"/>
          <ac:spMkLst>
            <pc:docMk/>
            <pc:sldMk cId="0" sldId="271"/>
            <ac:spMk id="9" creationId="{00000000-0000-0000-0000-000000000000}"/>
          </ac:spMkLst>
        </pc:spChg>
        <pc:spChg chg="del">
          <ac:chgData name="sanatehniyath.2204@outlook.com" userId="cfafd792cb56b2c4" providerId="LiveId" clId="{DF7B539C-18AC-4D4C-85F4-4F6DE708D818}" dt="2026-10-13T04:05:36.234" v="102" actId="478"/>
          <ac:spMkLst>
            <pc:docMk/>
            <pc:sldMk cId="0" sldId="271"/>
            <ac:spMk id="10" creationId="{00000000-0000-0000-0000-000000000000}"/>
          </ac:spMkLst>
        </pc:spChg>
        <pc:spChg chg="del mod">
          <ac:chgData name="sanatehniyath.2204@outlook.com" userId="cfafd792cb56b2c4" providerId="LiveId" clId="{DF7B539C-18AC-4D4C-85F4-4F6DE708D818}" dt="2026-10-13T04:05:55.827" v="109"/>
          <ac:spMkLst>
            <pc:docMk/>
            <pc:sldMk cId="0" sldId="27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njikuntameghana-max/KLH-Bachupally-2026-2027-BATCH-27-Cinema-Seat-Booking" TargetMode="External"/><Relationship Id="rId2" Type="http://schemas.openxmlformats.org/officeDocument/2006/relationships/hyperlink" Target="https://github.com/Sanaa2204/KLH-Bachupally-2026-2027-Batch-27-CinemaSeatBookingSyste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965960"/>
            <a:ext cx="9144000" cy="1508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rmAutofit/>
          </a:bodyPr>
          <a:lstStyle/>
          <a:p>
            <a:pPr algn="ctr"/>
            <a:r>
              <a:rPr sz="3400" b="1">
                <a:solidFill>
                  <a:srgbClr val="232326"/>
                </a:solidFill>
                <a:latin typeface="Aptos"/>
              </a:rPr>
              <a:t>CINEMA SEAT
BOOKING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3639312"/>
            <a:ext cx="1828800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3858768"/>
            <a:ext cx="5303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700" b="0">
                <a:solidFill>
                  <a:srgbClr val="5C5C62"/>
                </a:solidFill>
                <a:latin typeface="Aptos"/>
              </a:rPr>
              <a:t>Java-Based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endParaRPr sz="950" b="0" dirty="0">
              <a:solidFill>
                <a:srgbClr val="5C5C6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endParaRPr sz="950" b="0" dirty="0">
              <a:solidFill>
                <a:srgbClr val="5C5C62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 computerized application designed to make selecting and reserving cinema seats easier and more convenient, replacing queue-based or manual availability checking with an organized digital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2272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Core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Users can view movies and show timings, select preferred seats and reserve tickets. The administrator can manage movie information, update schedules, monitor seat availability and maintain booking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83080"/>
            <a:ext cx="3246120" cy="3611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18704" y="194767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18704" y="1947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4767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Benefits &amp;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50008"/>
            <a:ext cx="2423160" cy="2898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The system reduces manual work, saves time and keeps booking information organized. Future enhancements include online payment, ticket cancellation, booking history, digital ticket generation and notifications.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Simple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19072"/>
            <a:ext cx="5074920" cy="758952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8366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83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8366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1. Choose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86000"/>
            <a:ext cx="4251959" cy="45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250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Use: 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615184"/>
            <a:ext cx="5074920" cy="118872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277977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77977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2. Main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182112"/>
            <a:ext cx="4251959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View Movies  •  Book Ticket  •  View Booking Details  •  Admin – Add Movie  • 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941063"/>
            <a:ext cx="5074920" cy="15087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105655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0565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105655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3. Core Data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507992"/>
            <a:ext cx="4251959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movies[]  •  showTimings[][]  •  seats[][]  •  bookings ArrayList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719072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8366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83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8366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4. View Movies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860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movie names and available show timings.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98648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6324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632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6324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5. Book Ticket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6557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Select movie → show timing → seat → customer name.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78224"/>
            <a:ext cx="5074920" cy="1024128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428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428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428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6. Confirm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451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Check availability → update seat → store booking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6536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Movie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Movie names are stored and displayed to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9164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185623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Show Timings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25856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Each movie has three available show timings.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691640"/>
            <a:ext cx="324612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3816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185623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Seat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258568"/>
            <a:ext cx="24231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10 seats are maintained for each movie.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4612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9616" y="341071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Booking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381304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Customer, movie, show and seat details are stored.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246120"/>
            <a:ext cx="338328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410712"/>
            <a:ext cx="2560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Admin Function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813048"/>
            <a:ext cx="256032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Admin can add a new movie and display it as confirmation.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3246120"/>
            <a:ext cx="3246120" cy="13258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38160" y="341071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3410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3410712"/>
            <a:ext cx="2423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813048"/>
            <a:ext cx="24231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Invalid movie, timing or seat selections are handled.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95604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300" b="1">
                <a:solidFill>
                  <a:srgbClr val="761923"/>
                </a:solidFill>
                <a:latin typeface="Aptos"/>
              </a:rPr>
              <a:t>Main Java structures used in the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321808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232326"/>
                </a:solidFill>
                <a:latin typeface="Aptos"/>
              </a:rPr>
              <a:t>String[]  •  String[][]  •  boolean[][]  •  ArrayList&lt;String&gt;  •  Scanner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565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Develop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7335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3794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37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3794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1: View Movies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4028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available movies and their show timings.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2: Select Movie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User enters the movie number; invalid selections are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8736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251959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3: Select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65429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the three show timings and accept the selected timing.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7335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3794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379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3794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4: Check Seats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4028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each seat as AVAILABLE or BOOKED.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5: Book Seat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Accept seat number and prevent booking if the seat is already booked.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8736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51959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519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51959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Step 6: Store 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5429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Take customer name, update seat status and add booking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683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Booking Flow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6420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Booking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84831"/>
            <a:ext cx="4800600" cy="31089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Select movie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Select show timing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Check seat availability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Enter seat number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Enter customer name</a:t>
            </a:r>
          </a:p>
          <a:p>
            <a:pPr>
              <a:spcAft>
                <a:spcPts val="600"/>
              </a:spcAft>
              <a:defRPr sz="1450" b="0">
                <a:solidFill>
                  <a:srgbClr val="232326"/>
                </a:solidFill>
                <a:latin typeface="Aptos"/>
              </a:defRPr>
            </a:pPr>
            <a:r>
              <a:t>• Display booking successful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66420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Testing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2084831"/>
            <a:ext cx="4800600" cy="329184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View movies and timings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Test valid and invalid movie selection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Test valid and invalid timing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Check AVAILABLE / BOOKED seats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Try booking an already booked seat</a:t>
            </a:r>
          </a:p>
          <a:p>
            <a:pPr>
              <a:spcAft>
                <a:spcPts val="500"/>
              </a:spcAft>
              <a:defRPr sz="1420" b="0">
                <a:solidFill>
                  <a:srgbClr val="232326"/>
                </a:solidFill>
                <a:latin typeface="Aptos"/>
              </a:defRPr>
            </a:pPr>
            <a:r>
              <a:t>• View booking details and add a movie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185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Understanding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37360"/>
            <a:ext cx="10378440" cy="3611880"/>
          </a:xfrm>
          <a:prstGeom prst="roundRect">
            <a:avLst/>
          </a:prstGeom>
          <a:solidFill>
            <a:srgbClr val="F8F5EF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The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87168"/>
            <a:ext cx="97383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700" b="0">
                <a:solidFill>
                  <a:srgbClr val="232326"/>
                </a:solidFill>
                <a:latin typeface="Aptos"/>
              </a:rPr>
              <a:t>Traditional ticket booking may require customers to wait in queues or depend on manual records to check seat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0156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31336"/>
            <a:ext cx="97383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0">
                <a:solidFill>
                  <a:srgbClr val="232326"/>
                </a:solidFill>
                <a:latin typeface="Aptos"/>
              </a:rPr>
              <a:t>The Cinema Seat Booking System provides a digital solution to organize movie details, show timings, seats and booking information. It helps users reserve preferred seats and helps administrators manage schedules, availability and customer bookings.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64608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700" b="1">
                <a:solidFill>
                  <a:srgbClr val="761923"/>
                </a:solidFill>
                <a:latin typeface="Aptos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864608"/>
            <a:ext cx="8732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50" b="0">
                <a:solidFill>
                  <a:srgbClr val="232326"/>
                </a:solidFill>
                <a:latin typeface="Aptos"/>
              </a:rPr>
              <a:t>It reduces manual work, saves time, improves accuracy and helps avoid duplicate bookings.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1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6420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288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Variables &amp;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3113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movie names, show timings, seat status, customer names and booking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Scanner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Take menu choices, movie numbers, timings, seat numbers and customer names as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09651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6110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61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26110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66344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1D and 2D arrays to organize movies, show timings and seat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64208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2880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2880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31136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multiple booking details dynamically.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880360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04495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044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04495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Operators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447288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comparison and logical conditions to validate movie, timing and seat selections.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096512"/>
            <a:ext cx="5074920" cy="105156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26110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2611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26110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Methods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663440"/>
            <a:ext cx="4251959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77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Separate functions such as viewMovies(), bookTicket(), viewBookings() and addMovie().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2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if-else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Check whether a selected seat is already booked and decide the booking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44368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0896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10896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if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11296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Validate movie numbers, show timings and seat numbers.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197096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361688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61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361688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for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764024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movies, show timings and seat availability.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do-while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58568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Keep displaying the main menu until the user chooses Exit.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944368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108960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108960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switch Statement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11296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Handle the five main menu choices.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197096"/>
            <a:ext cx="5074920" cy="109728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361688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361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361688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Input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764024"/>
            <a:ext cx="4251959" cy="3840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suitable messages for invalid selections and already booked seats.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CO 3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1300" b="1">
                <a:solidFill>
                  <a:srgbClr val="761923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1D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258568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the list of movie 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99232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6382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316382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2D 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566160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Store show timings and seat status for multiple movies.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306824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4714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44714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4873752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Use loops to access movies, timings and seats.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856232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856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1856232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Searching /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2258568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Find the selected movie and show timing using the user's choice.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999232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59" y="3163824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59" y="31638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163824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ArrayList Traversal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66160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Display all stored booking details.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306824"/>
            <a:ext cx="507492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59" y="4471416"/>
            <a:ext cx="384048" cy="384048"/>
          </a:xfrm>
          <a:prstGeom prst="ellipse">
            <a:avLst/>
          </a:prstGeom>
          <a:solidFill>
            <a:srgbClr val="76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44714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471416"/>
            <a:ext cx="42519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Status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873752"/>
            <a:ext cx="4251959" cy="429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Change a seat from AVAILABLE to BOOKED after successful reservation.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272784"/>
            <a:ext cx="1645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C5C62"/>
                </a:solidFill>
                <a:latin typeface="Aptos"/>
              </a:rPr>
              <a:t>22/09/2026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27278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950" b="0">
                <a:solidFill>
                  <a:srgbClr val="5C5C62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696" y="1056141"/>
            <a:ext cx="1993392" cy="47089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CO 4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Classes &amp; Objects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Model Movie, Show, Seat and Booking as objects with their own data and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916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Encapsulation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Keep fields private and access or update them through methods such as bookSeat() and getBookingDetails().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" y="3287268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3   Relationships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rPr dirty="0"/>
              <a:t>A Booking connects a customer with a selected movie, show timing and seat.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29641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4   Exception Handling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rPr dirty="0"/>
              <a:t>Use try-catch to handle invalid input and unexpected errors without abruptly stopping the program.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9204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Robust Booking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Validate seat and movie selections before confirming a booking to reduce invalid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90118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concepts can structure the current system into maintainable classes instead of one large program.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592531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1050" b="1">
                <a:solidFill>
                  <a:srgbClr val="70142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" y="1067562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rPr dirty="0"/>
              <a:t>CO 5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83794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String API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String methods to format customer names and movie titles, such as trim(), toUpperCase() and equalsIgnoreCase().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746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StringBuilder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Build readable booking summaries by appending customer, movie, show and seat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51276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3   Searching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Search movie titles or booking records using text comparison and contains().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351276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4   Comparison &amp; Sorting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Compare movie names or sort displayed titles and booking summaries when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6519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File Input/Output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Save booking details to a file and read them later to keep records between program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4956048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features can improve search, display and persistence beyond the current in-memory ArrayList.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5925312"/>
            <a:ext cx="502920" cy="2743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1050" b="1">
                <a:solidFill>
                  <a:srgbClr val="70142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1211580"/>
            <a:ext cx="10789920" cy="5029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defRPr sz="2700" b="1">
                <a:solidFill>
                  <a:srgbClr val="70142A"/>
                </a:solidFill>
                <a:latin typeface="Aptos Display"/>
              </a:defRPr>
            </a:pPr>
            <a:r>
              <a:t>CO 6 Topics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70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5696" y="196596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1   Collections Framework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ArrayList&lt;Booking&gt; to store a flexible number of bookings as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965960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2   Collection Operations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Add, remove and iterate through bookings using collection methods and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96" y="357073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3   Functional Interfaces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a Predicate or Consumer to define a small reusable operation on booking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3570732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4   Lambda Expressions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Use concise lambda expressions for filtering or displaying matching bookings.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96" y="5175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5   Stream Pipelines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Filter bookings by movie or customer and collect or display the matching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5175504"/>
            <a:ext cx="5376672" cy="1353312"/>
          </a:xfrm>
          <a:prstGeom prst="roundRect">
            <a:avLst/>
          </a:prstGeom>
          <a:solidFill>
            <a:srgbClr val="FAF7F8"/>
          </a:solidFill>
          <a:ln w="12700">
            <a:solidFill>
              <a:srgbClr val="E1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73152" rtlCol="0" anchor="ctr"/>
          <a:lstStyle/>
          <a:p>
            <a:pPr algn="ctr">
              <a:spcAft>
                <a:spcPts val="700"/>
              </a:spcAft>
              <a:defRPr sz="1600" b="1">
                <a:solidFill>
                  <a:srgbClr val="70142A"/>
                </a:solidFill>
                <a:latin typeface="Aptos Display"/>
              </a:defRPr>
            </a:pPr>
            <a:r>
              <a:t>6   Project Application</a:t>
            </a:r>
          </a:p>
          <a:p>
            <a:pPr>
              <a:spcAft>
                <a:spcPts val="0"/>
              </a:spcAft>
              <a:defRPr sz="1250">
                <a:solidFill>
                  <a:srgbClr val="28282C"/>
                </a:solidFill>
                <a:latin typeface="Aptos"/>
              </a:defRPr>
            </a:pPr>
            <a:r>
              <a:t>These are suitable extensions for searching and managing booking records; they are not required by the current basic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" y="868680"/>
            <a:ext cx="658368" cy="64008"/>
          </a:xfrm>
          <a:prstGeom prst="rect">
            <a:avLst/>
          </a:prstGeom>
          <a:solidFill>
            <a:srgbClr val="761923"/>
          </a:solidFill>
          <a:ln>
            <a:solidFill>
              <a:srgbClr val="76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9144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32326"/>
                </a:solidFill>
                <a:latin typeface="Aptos"/>
              </a:rPr>
              <a:t>Future Enhancements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987552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endParaRPr sz="1300" b="1" dirty="0">
              <a:solidFill>
                <a:srgbClr val="761923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5074920" cy="352044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856232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258568"/>
            <a:ext cx="4617720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• Online payment
• Ticket cancellation
• Booking history
• Digital ticket generation
•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691640"/>
            <a:ext cx="5074920" cy="3520440"/>
          </a:xfrm>
          <a:prstGeom prst="roundRect">
            <a:avLst/>
          </a:prstGeom>
          <a:solidFill>
            <a:srgbClr val="FCFAF6"/>
          </a:solidFill>
          <a:ln>
            <a:solidFill>
              <a:srgbClr val="E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856232"/>
            <a:ext cx="46177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1">
                <a:solidFill>
                  <a:srgbClr val="761923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258568"/>
            <a:ext cx="4617720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50" b="0">
                <a:solidFill>
                  <a:srgbClr val="232326"/>
                </a:solidFill>
                <a:latin typeface="Aptos"/>
              </a:rPr>
              <a:t>The Cinema Seat Booking System provides a simple and efficient way for customers and cinema staff to manage movie details, show timings, seat availability and ticket reservations. It makes the process more organized, accurate and convenient.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68112"/>
            <a:ext cx="103784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761923"/>
                </a:solidFill>
                <a:latin typeface="Aptos"/>
              </a:rPr>
              <a:t>Java concepts are applied to solve a practical ticket-booking problem.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CDE4-E128-E1A6-1F8D-5C3A3C61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BA9AB-C9A1-A61E-6EE3-52C3A6859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>
                <a:hlinkClick r:id="rId2"/>
              </a:rPr>
              <a:t>https://github.com/Sanaa2204/KLH-Bachupally-2026-2027-Batch-27-CinemaSeatBookingSystem</a:t>
            </a:r>
            <a:endParaRPr lang="en-IN" dirty="0"/>
          </a:p>
          <a:p>
            <a:r>
              <a:rPr lang="en-IN" dirty="0">
                <a:hlinkClick r:id="rId3"/>
              </a:rPr>
              <a:t>https://github.com/ganjikuntameghana-max/KLH-Bachupally-2026-2027-BATCH-27-Cinema-Seat-Booking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15A28-66D7-1AA5-86F6-6C8AC324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B6BF0-1870-C895-3B29-356E4BC0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37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9080" y="1508760"/>
            <a:ext cx="4069080" cy="73152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800020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63240"/>
            <a:ext cx="7589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ptos"/>
              </a:defRPr>
            </a:pPr>
            <a:r>
              <a:t>Sana - 2620090007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2D2D2D"/>
                </a:solidFill>
                <a:latin typeface="Aptos"/>
              </a:defRPr>
            </a:pPr>
            <a:r>
              <a:t>Meghana - 2620040142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800600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646464"/>
                </a:solidFill>
                <a:latin typeface="Aptos"/>
              </a:defRPr>
            </a:pPr>
            <a:r>
              <a:t>Cinema Seat Booking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1299</Words>
  <Application>Microsoft Office PowerPoint</Application>
  <PresentationFormat>Widescreen</PresentationFormat>
  <Paragraphs>233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 TAG PHOTO AND GIT 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sanatehniyath.2204@outlook.com</cp:lastModifiedBy>
  <cp:revision>3</cp:revision>
  <dcterms:created xsi:type="dcterms:W3CDTF">2026-09-15T09:57:10Z</dcterms:created>
  <dcterms:modified xsi:type="dcterms:W3CDTF">2026-10-13T04:06:33Z</dcterms:modified>
</cp:coreProperties>
</file>